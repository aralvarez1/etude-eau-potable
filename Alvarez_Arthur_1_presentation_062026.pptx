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7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7157DC-6616-4958-A5F0-14237B22BE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893B01-724E-4910-B55B-A694B8480D7C}">
      <dgm:prSet/>
      <dgm:spPr/>
      <dgm:t>
        <a:bodyPr/>
        <a:lstStyle/>
        <a:p>
          <a:r>
            <a:rPr lang="fr-FR"/>
            <a:t>Contexte</a:t>
          </a:r>
          <a:endParaRPr lang="en-US"/>
        </a:p>
      </dgm:t>
    </dgm:pt>
    <dgm:pt modelId="{BB123F00-DED1-4BB5-89C2-3F0484DF9E87}" type="parTrans" cxnId="{ECF75F26-EE52-4CDA-808B-6AEAB0C36D7B}">
      <dgm:prSet/>
      <dgm:spPr/>
      <dgm:t>
        <a:bodyPr/>
        <a:lstStyle/>
        <a:p>
          <a:endParaRPr lang="en-US"/>
        </a:p>
      </dgm:t>
    </dgm:pt>
    <dgm:pt modelId="{6A1F3CD7-A228-4C4C-AB1D-198DC90CE6DC}" type="sibTrans" cxnId="{ECF75F26-EE52-4CDA-808B-6AEAB0C36D7B}">
      <dgm:prSet/>
      <dgm:spPr/>
      <dgm:t>
        <a:bodyPr/>
        <a:lstStyle/>
        <a:p>
          <a:endParaRPr lang="en-US"/>
        </a:p>
      </dgm:t>
    </dgm:pt>
    <dgm:pt modelId="{D0B508A4-6A2E-41AA-A835-86669621AC02}">
      <dgm:prSet/>
      <dgm:spPr/>
      <dgm:t>
        <a:bodyPr/>
        <a:lstStyle/>
        <a:p>
          <a:r>
            <a:rPr lang="fr-FR"/>
            <a:t>Blue print</a:t>
          </a:r>
          <a:endParaRPr lang="en-US"/>
        </a:p>
      </dgm:t>
    </dgm:pt>
    <dgm:pt modelId="{95908CB5-64E8-4B0B-BA24-E1A93559E9D7}" type="parTrans" cxnId="{7AC7E532-6073-4B0F-AD2D-0DE228007A3D}">
      <dgm:prSet/>
      <dgm:spPr/>
      <dgm:t>
        <a:bodyPr/>
        <a:lstStyle/>
        <a:p>
          <a:endParaRPr lang="en-US"/>
        </a:p>
      </dgm:t>
    </dgm:pt>
    <dgm:pt modelId="{C361F6DB-47D2-4A34-A1A8-9858EBA0441E}" type="sibTrans" cxnId="{7AC7E532-6073-4B0F-AD2D-0DE228007A3D}">
      <dgm:prSet/>
      <dgm:spPr/>
      <dgm:t>
        <a:bodyPr/>
        <a:lstStyle/>
        <a:p>
          <a:endParaRPr lang="en-US"/>
        </a:p>
      </dgm:t>
    </dgm:pt>
    <dgm:pt modelId="{7B537DCD-A5A0-4F01-971C-867901CDDCB7}">
      <dgm:prSet/>
      <dgm:spPr/>
      <dgm:t>
        <a:bodyPr/>
        <a:lstStyle/>
        <a:p>
          <a:r>
            <a:rPr lang="fr-FR"/>
            <a:t>Données</a:t>
          </a:r>
          <a:endParaRPr lang="en-US"/>
        </a:p>
      </dgm:t>
    </dgm:pt>
    <dgm:pt modelId="{6C45717E-16E1-442A-AF9B-4DCCF632C071}" type="parTrans" cxnId="{04E4860B-5C76-492B-9B56-A5FAB1E2B935}">
      <dgm:prSet/>
      <dgm:spPr/>
      <dgm:t>
        <a:bodyPr/>
        <a:lstStyle/>
        <a:p>
          <a:endParaRPr lang="en-US"/>
        </a:p>
      </dgm:t>
    </dgm:pt>
    <dgm:pt modelId="{70846B71-6B80-49A7-9B42-E66F28913E65}" type="sibTrans" cxnId="{04E4860B-5C76-492B-9B56-A5FAB1E2B935}">
      <dgm:prSet/>
      <dgm:spPr/>
      <dgm:t>
        <a:bodyPr/>
        <a:lstStyle/>
        <a:p>
          <a:endParaRPr lang="en-US"/>
        </a:p>
      </dgm:t>
    </dgm:pt>
    <dgm:pt modelId="{DE52D7CD-B6E2-4F4D-9A41-F288EBCD1F92}">
      <dgm:prSet/>
      <dgm:spPr/>
      <dgm:t>
        <a:bodyPr/>
        <a:lstStyle/>
        <a:p>
          <a:r>
            <a:rPr lang="fr-FR"/>
            <a:t>Traitement</a:t>
          </a:r>
          <a:endParaRPr lang="en-US"/>
        </a:p>
      </dgm:t>
    </dgm:pt>
    <dgm:pt modelId="{4FD36135-81F0-465F-AECA-DDFF59DE3E93}" type="parTrans" cxnId="{546D2740-7079-47B2-B7EF-2B19737B9DA7}">
      <dgm:prSet/>
      <dgm:spPr/>
      <dgm:t>
        <a:bodyPr/>
        <a:lstStyle/>
        <a:p>
          <a:endParaRPr lang="en-US"/>
        </a:p>
      </dgm:t>
    </dgm:pt>
    <dgm:pt modelId="{792D73CE-A864-460A-B6DE-158EC01AFE76}" type="sibTrans" cxnId="{546D2740-7079-47B2-B7EF-2B19737B9DA7}">
      <dgm:prSet/>
      <dgm:spPr/>
      <dgm:t>
        <a:bodyPr/>
        <a:lstStyle/>
        <a:p>
          <a:endParaRPr lang="en-US"/>
        </a:p>
      </dgm:t>
    </dgm:pt>
    <dgm:pt modelId="{ED5B873C-417F-4EC6-B463-2A2F3200DA68}">
      <dgm:prSet/>
      <dgm:spPr/>
      <dgm:t>
        <a:bodyPr/>
        <a:lstStyle/>
        <a:p>
          <a:r>
            <a:rPr lang="fr-FR"/>
            <a:t>Visualisation</a:t>
          </a:r>
          <a:endParaRPr lang="en-US"/>
        </a:p>
      </dgm:t>
    </dgm:pt>
    <dgm:pt modelId="{3A0C1B61-5083-4C00-B79B-B626954F67FB}" type="parTrans" cxnId="{1335A949-DF16-48CE-824B-9F89F0CD5440}">
      <dgm:prSet/>
      <dgm:spPr/>
      <dgm:t>
        <a:bodyPr/>
        <a:lstStyle/>
        <a:p>
          <a:endParaRPr lang="en-US"/>
        </a:p>
      </dgm:t>
    </dgm:pt>
    <dgm:pt modelId="{64450369-A367-4608-A263-C9561395B518}" type="sibTrans" cxnId="{1335A949-DF16-48CE-824B-9F89F0CD5440}">
      <dgm:prSet/>
      <dgm:spPr/>
      <dgm:t>
        <a:bodyPr/>
        <a:lstStyle/>
        <a:p>
          <a:endParaRPr lang="en-US"/>
        </a:p>
      </dgm:t>
    </dgm:pt>
    <dgm:pt modelId="{F0C9F281-2D27-4C54-BF87-D970E97DEDF4}" type="pres">
      <dgm:prSet presAssocID="{167157DC-6616-4958-A5F0-14237B22BEA3}" presName="linear" presStyleCnt="0">
        <dgm:presLayoutVars>
          <dgm:animLvl val="lvl"/>
          <dgm:resizeHandles val="exact"/>
        </dgm:presLayoutVars>
      </dgm:prSet>
      <dgm:spPr/>
    </dgm:pt>
    <dgm:pt modelId="{D28CE159-C536-4230-9F2C-42F52E13186B}" type="pres">
      <dgm:prSet presAssocID="{51893B01-724E-4910-B55B-A694B8480D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B0E77B-275A-4756-AC25-B6E13B114E7A}" type="pres">
      <dgm:prSet presAssocID="{6A1F3CD7-A228-4C4C-AB1D-198DC90CE6DC}" presName="spacer" presStyleCnt="0"/>
      <dgm:spPr/>
    </dgm:pt>
    <dgm:pt modelId="{6D4D9D25-449B-4095-BECC-7CAF7383E25F}" type="pres">
      <dgm:prSet presAssocID="{D0B508A4-6A2E-41AA-A835-86669621AC0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6BEF55-50A8-4D35-B6C1-D44C116BDDF3}" type="pres">
      <dgm:prSet presAssocID="{C361F6DB-47D2-4A34-A1A8-9858EBA0441E}" presName="spacer" presStyleCnt="0"/>
      <dgm:spPr/>
    </dgm:pt>
    <dgm:pt modelId="{4FB8A061-EC88-48E1-B83E-CE60A3CB6D3F}" type="pres">
      <dgm:prSet presAssocID="{7B537DCD-A5A0-4F01-971C-867901CDDC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75A243A-D19E-41A4-9D72-F9562C99D6AE}" type="pres">
      <dgm:prSet presAssocID="{70846B71-6B80-49A7-9B42-E66F28913E65}" presName="spacer" presStyleCnt="0"/>
      <dgm:spPr/>
    </dgm:pt>
    <dgm:pt modelId="{7F359085-03BD-476F-BE4E-745D2D0BAD2A}" type="pres">
      <dgm:prSet presAssocID="{DE52D7CD-B6E2-4F4D-9A41-F288EBCD1F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8BAB2E-E8AD-43FA-AE3F-40806812DD40}" type="pres">
      <dgm:prSet presAssocID="{792D73CE-A864-460A-B6DE-158EC01AFE76}" presName="spacer" presStyleCnt="0"/>
      <dgm:spPr/>
    </dgm:pt>
    <dgm:pt modelId="{2DB52448-E1FA-4653-B7FE-1E3A0D99F9EF}" type="pres">
      <dgm:prSet presAssocID="{ED5B873C-417F-4EC6-B463-2A2F3200DA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4E4860B-5C76-492B-9B56-A5FAB1E2B935}" srcId="{167157DC-6616-4958-A5F0-14237B22BEA3}" destId="{7B537DCD-A5A0-4F01-971C-867901CDDCB7}" srcOrd="2" destOrd="0" parTransId="{6C45717E-16E1-442A-AF9B-4DCCF632C071}" sibTransId="{70846B71-6B80-49A7-9B42-E66F28913E65}"/>
    <dgm:cxn modelId="{087EED24-D43E-43C3-8BA3-E4533BB1E94B}" type="presOf" srcId="{51893B01-724E-4910-B55B-A694B8480D7C}" destId="{D28CE159-C536-4230-9F2C-42F52E13186B}" srcOrd="0" destOrd="0" presId="urn:microsoft.com/office/officeart/2005/8/layout/vList2"/>
    <dgm:cxn modelId="{ECF75F26-EE52-4CDA-808B-6AEAB0C36D7B}" srcId="{167157DC-6616-4958-A5F0-14237B22BEA3}" destId="{51893B01-724E-4910-B55B-A694B8480D7C}" srcOrd="0" destOrd="0" parTransId="{BB123F00-DED1-4BB5-89C2-3F0484DF9E87}" sibTransId="{6A1F3CD7-A228-4C4C-AB1D-198DC90CE6DC}"/>
    <dgm:cxn modelId="{7AC7E532-6073-4B0F-AD2D-0DE228007A3D}" srcId="{167157DC-6616-4958-A5F0-14237B22BEA3}" destId="{D0B508A4-6A2E-41AA-A835-86669621AC02}" srcOrd="1" destOrd="0" parTransId="{95908CB5-64E8-4B0B-BA24-E1A93559E9D7}" sibTransId="{C361F6DB-47D2-4A34-A1A8-9858EBA0441E}"/>
    <dgm:cxn modelId="{546D2740-7079-47B2-B7EF-2B19737B9DA7}" srcId="{167157DC-6616-4958-A5F0-14237B22BEA3}" destId="{DE52D7CD-B6E2-4F4D-9A41-F288EBCD1F92}" srcOrd="3" destOrd="0" parTransId="{4FD36135-81F0-465F-AECA-DDFF59DE3E93}" sibTransId="{792D73CE-A864-460A-B6DE-158EC01AFE76}"/>
    <dgm:cxn modelId="{1335A949-DF16-48CE-824B-9F89F0CD5440}" srcId="{167157DC-6616-4958-A5F0-14237B22BEA3}" destId="{ED5B873C-417F-4EC6-B463-2A2F3200DA68}" srcOrd="4" destOrd="0" parTransId="{3A0C1B61-5083-4C00-B79B-B626954F67FB}" sibTransId="{64450369-A367-4608-A263-C9561395B518}"/>
    <dgm:cxn modelId="{4EC04F6D-DCA7-4E0B-8551-27B571A70BCB}" type="presOf" srcId="{D0B508A4-6A2E-41AA-A835-86669621AC02}" destId="{6D4D9D25-449B-4095-BECC-7CAF7383E25F}" srcOrd="0" destOrd="0" presId="urn:microsoft.com/office/officeart/2005/8/layout/vList2"/>
    <dgm:cxn modelId="{DA4771A3-798F-447E-BEE5-40FD7929B2FE}" type="presOf" srcId="{DE52D7CD-B6E2-4F4D-9A41-F288EBCD1F92}" destId="{7F359085-03BD-476F-BE4E-745D2D0BAD2A}" srcOrd="0" destOrd="0" presId="urn:microsoft.com/office/officeart/2005/8/layout/vList2"/>
    <dgm:cxn modelId="{F7E280AF-81C5-4132-9F53-AD4150E24368}" type="presOf" srcId="{167157DC-6616-4958-A5F0-14237B22BEA3}" destId="{F0C9F281-2D27-4C54-BF87-D970E97DEDF4}" srcOrd="0" destOrd="0" presId="urn:microsoft.com/office/officeart/2005/8/layout/vList2"/>
    <dgm:cxn modelId="{828847D4-C608-490B-B01B-3CD10C903F7C}" type="presOf" srcId="{7B537DCD-A5A0-4F01-971C-867901CDDCB7}" destId="{4FB8A061-EC88-48E1-B83E-CE60A3CB6D3F}" srcOrd="0" destOrd="0" presId="urn:microsoft.com/office/officeart/2005/8/layout/vList2"/>
    <dgm:cxn modelId="{02D3A1E1-E305-4F14-A994-B4097ACB756D}" type="presOf" srcId="{ED5B873C-417F-4EC6-B463-2A2F3200DA68}" destId="{2DB52448-E1FA-4653-B7FE-1E3A0D99F9EF}" srcOrd="0" destOrd="0" presId="urn:microsoft.com/office/officeart/2005/8/layout/vList2"/>
    <dgm:cxn modelId="{9F89F8D4-4BBE-4AB0-AFC2-1F4F452EA1CC}" type="presParOf" srcId="{F0C9F281-2D27-4C54-BF87-D970E97DEDF4}" destId="{D28CE159-C536-4230-9F2C-42F52E13186B}" srcOrd="0" destOrd="0" presId="urn:microsoft.com/office/officeart/2005/8/layout/vList2"/>
    <dgm:cxn modelId="{D4EB85F7-C04B-4BC7-9E42-685DF09FA865}" type="presParOf" srcId="{F0C9F281-2D27-4C54-BF87-D970E97DEDF4}" destId="{28B0E77B-275A-4756-AC25-B6E13B114E7A}" srcOrd="1" destOrd="0" presId="urn:microsoft.com/office/officeart/2005/8/layout/vList2"/>
    <dgm:cxn modelId="{9E8EA8CB-4E4C-4015-85F3-997AC6891849}" type="presParOf" srcId="{F0C9F281-2D27-4C54-BF87-D970E97DEDF4}" destId="{6D4D9D25-449B-4095-BECC-7CAF7383E25F}" srcOrd="2" destOrd="0" presId="urn:microsoft.com/office/officeart/2005/8/layout/vList2"/>
    <dgm:cxn modelId="{F8A33234-7E9E-491C-B65F-882D378A20C4}" type="presParOf" srcId="{F0C9F281-2D27-4C54-BF87-D970E97DEDF4}" destId="{726BEF55-50A8-4D35-B6C1-D44C116BDDF3}" srcOrd="3" destOrd="0" presId="urn:microsoft.com/office/officeart/2005/8/layout/vList2"/>
    <dgm:cxn modelId="{9305723F-7910-4F97-BAA0-F589A0266389}" type="presParOf" srcId="{F0C9F281-2D27-4C54-BF87-D970E97DEDF4}" destId="{4FB8A061-EC88-48E1-B83E-CE60A3CB6D3F}" srcOrd="4" destOrd="0" presId="urn:microsoft.com/office/officeart/2005/8/layout/vList2"/>
    <dgm:cxn modelId="{3DAA8909-BCB7-445B-959D-1FBCF7E4E244}" type="presParOf" srcId="{F0C9F281-2D27-4C54-BF87-D970E97DEDF4}" destId="{775A243A-D19E-41A4-9D72-F9562C99D6AE}" srcOrd="5" destOrd="0" presId="urn:microsoft.com/office/officeart/2005/8/layout/vList2"/>
    <dgm:cxn modelId="{6A7FA440-3580-4F23-8F09-BD15DF9E7388}" type="presParOf" srcId="{F0C9F281-2D27-4C54-BF87-D970E97DEDF4}" destId="{7F359085-03BD-476F-BE4E-745D2D0BAD2A}" srcOrd="6" destOrd="0" presId="urn:microsoft.com/office/officeart/2005/8/layout/vList2"/>
    <dgm:cxn modelId="{A56EFF8F-BA3A-48EA-8DAF-E49348052EC0}" type="presParOf" srcId="{F0C9F281-2D27-4C54-BF87-D970E97DEDF4}" destId="{5A8BAB2E-E8AD-43FA-AE3F-40806812DD40}" srcOrd="7" destOrd="0" presId="urn:microsoft.com/office/officeart/2005/8/layout/vList2"/>
    <dgm:cxn modelId="{03C7EA05-0305-4500-8BA0-2FE26C8A92CF}" type="presParOf" srcId="{F0C9F281-2D27-4C54-BF87-D970E97DEDF4}" destId="{2DB52448-E1FA-4653-B7FE-1E3A0D99F9E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3B1D4C-0783-4367-A163-83B5DDF08CE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72A42C-7C9A-405A-A255-AEDE56B6A674}">
      <dgm:prSet/>
      <dgm:spPr/>
      <dgm:t>
        <a:bodyPr/>
        <a:lstStyle/>
        <a:p>
          <a:r>
            <a:rPr lang="fr-FR"/>
            <a:t>Ambition de l’ONG DWFA (Drinking Water For All) : donner accès à l’eau potable pour tout le monde</a:t>
          </a:r>
          <a:endParaRPr lang="en-US"/>
        </a:p>
      </dgm:t>
    </dgm:pt>
    <dgm:pt modelId="{45F80562-51A0-471D-9DB4-4336434FF059}" type="parTrans" cxnId="{198FBE95-1FB7-403A-AEB0-AB9CFAF30F11}">
      <dgm:prSet/>
      <dgm:spPr/>
      <dgm:t>
        <a:bodyPr/>
        <a:lstStyle/>
        <a:p>
          <a:endParaRPr lang="en-US"/>
        </a:p>
      </dgm:t>
    </dgm:pt>
    <dgm:pt modelId="{9C6E38F7-9288-4A7B-BC94-34B00F32ED9F}" type="sibTrans" cxnId="{198FBE95-1FB7-403A-AEB0-AB9CFAF30F11}">
      <dgm:prSet/>
      <dgm:spPr/>
      <dgm:t>
        <a:bodyPr/>
        <a:lstStyle/>
        <a:p>
          <a:endParaRPr lang="en-US"/>
        </a:p>
      </dgm:t>
    </dgm:pt>
    <dgm:pt modelId="{9C35E5B0-91F3-43E1-9C45-D53CB6297B4C}">
      <dgm:prSet/>
      <dgm:spPr/>
      <dgm:t>
        <a:bodyPr/>
        <a:lstStyle/>
        <a:p>
          <a:r>
            <a:rPr lang="fr-FR"/>
            <a:t>Demande de financement pour investir dans un pays indéterminé dans un de ces 3 domaines d’expertise :</a:t>
          </a:r>
          <a:endParaRPr lang="en-US"/>
        </a:p>
      </dgm:t>
    </dgm:pt>
    <dgm:pt modelId="{7C6AC972-B133-4BB4-B3A1-C189B5617DBE}" type="parTrans" cxnId="{7F687811-D408-4CB4-BA8D-C8AA23AB627C}">
      <dgm:prSet/>
      <dgm:spPr/>
      <dgm:t>
        <a:bodyPr/>
        <a:lstStyle/>
        <a:p>
          <a:endParaRPr lang="en-US"/>
        </a:p>
      </dgm:t>
    </dgm:pt>
    <dgm:pt modelId="{05158361-443B-4394-BD9E-CFC564E95A73}" type="sibTrans" cxnId="{7F687811-D408-4CB4-BA8D-C8AA23AB627C}">
      <dgm:prSet/>
      <dgm:spPr/>
      <dgm:t>
        <a:bodyPr/>
        <a:lstStyle/>
        <a:p>
          <a:endParaRPr lang="en-US"/>
        </a:p>
      </dgm:t>
    </dgm:pt>
    <dgm:pt modelId="{851BACF4-6F5C-4C85-9FB1-7BD107798D99}">
      <dgm:prSet/>
      <dgm:spPr/>
      <dgm:t>
        <a:bodyPr/>
        <a:lstStyle/>
        <a:p>
          <a:r>
            <a:rPr lang="fr-FR"/>
            <a:t>Création de services d’accès à l’eau potable</a:t>
          </a:r>
          <a:endParaRPr lang="en-US"/>
        </a:p>
      </dgm:t>
    </dgm:pt>
    <dgm:pt modelId="{A2C4D546-04CD-4C42-9C7E-48FBCB1037AF}" type="parTrans" cxnId="{F1868AEA-E848-4325-B0B8-643F21381107}">
      <dgm:prSet/>
      <dgm:spPr/>
      <dgm:t>
        <a:bodyPr/>
        <a:lstStyle/>
        <a:p>
          <a:endParaRPr lang="en-US"/>
        </a:p>
      </dgm:t>
    </dgm:pt>
    <dgm:pt modelId="{38493E15-FC27-45BB-AA10-2D4D3C9FAE6A}" type="sibTrans" cxnId="{F1868AEA-E848-4325-B0B8-643F21381107}">
      <dgm:prSet/>
      <dgm:spPr/>
      <dgm:t>
        <a:bodyPr/>
        <a:lstStyle/>
        <a:p>
          <a:endParaRPr lang="en-US"/>
        </a:p>
      </dgm:t>
    </dgm:pt>
    <dgm:pt modelId="{BB38D287-03E1-4911-B95D-061FF51484C4}">
      <dgm:prSet/>
      <dgm:spPr/>
      <dgm:t>
        <a:bodyPr/>
        <a:lstStyle/>
        <a:p>
          <a:r>
            <a:rPr lang="fr-FR"/>
            <a:t>Modernisation de services d’accès à l’eau déjà existants</a:t>
          </a:r>
          <a:endParaRPr lang="en-US"/>
        </a:p>
      </dgm:t>
    </dgm:pt>
    <dgm:pt modelId="{99CE3934-BEF7-4668-896B-C20166E9E72C}" type="parTrans" cxnId="{043BFC03-74A7-45D9-8634-46D3E92E3E51}">
      <dgm:prSet/>
      <dgm:spPr/>
      <dgm:t>
        <a:bodyPr/>
        <a:lstStyle/>
        <a:p>
          <a:endParaRPr lang="en-US"/>
        </a:p>
      </dgm:t>
    </dgm:pt>
    <dgm:pt modelId="{4367BF1A-B487-448C-B90F-788E1B09FA42}" type="sibTrans" cxnId="{043BFC03-74A7-45D9-8634-46D3E92E3E51}">
      <dgm:prSet/>
      <dgm:spPr/>
      <dgm:t>
        <a:bodyPr/>
        <a:lstStyle/>
        <a:p>
          <a:endParaRPr lang="en-US"/>
        </a:p>
      </dgm:t>
    </dgm:pt>
    <dgm:pt modelId="{FB9BE3E1-6F95-4C0D-9A1A-6B17C2FAB19C}">
      <dgm:prSet/>
      <dgm:spPr/>
      <dgm:t>
        <a:bodyPr/>
        <a:lstStyle/>
        <a:p>
          <a:r>
            <a:rPr lang="fr-FR"/>
            <a:t>Consulting auprès d’administrations/gouvernements à propos des politiques d’accès à l’eau</a:t>
          </a:r>
          <a:endParaRPr lang="en-US"/>
        </a:p>
      </dgm:t>
    </dgm:pt>
    <dgm:pt modelId="{33057200-C471-4DCF-B3E4-109C457022F6}" type="parTrans" cxnId="{ADD2D204-8278-4C8A-A9B1-CC810A7338E7}">
      <dgm:prSet/>
      <dgm:spPr/>
      <dgm:t>
        <a:bodyPr/>
        <a:lstStyle/>
        <a:p>
          <a:endParaRPr lang="en-US"/>
        </a:p>
      </dgm:t>
    </dgm:pt>
    <dgm:pt modelId="{B3CB7F3D-4DB4-4F6F-95F2-CC2515D1BF2D}" type="sibTrans" cxnId="{ADD2D204-8278-4C8A-A9B1-CC810A7338E7}">
      <dgm:prSet/>
      <dgm:spPr/>
      <dgm:t>
        <a:bodyPr/>
        <a:lstStyle/>
        <a:p>
          <a:endParaRPr lang="en-US"/>
        </a:p>
      </dgm:t>
    </dgm:pt>
    <dgm:pt modelId="{13517461-25E0-4BBD-91BB-CD79EC6E27D6}">
      <dgm:prSet/>
      <dgm:spPr/>
      <dgm:t>
        <a:bodyPr/>
        <a:lstStyle/>
        <a:p>
          <a:r>
            <a:rPr lang="fr-FR"/>
            <a:t>Besoin d’un tableau de bord pour identifier où concentrer nos efforts</a:t>
          </a:r>
          <a:endParaRPr lang="en-US"/>
        </a:p>
      </dgm:t>
    </dgm:pt>
    <dgm:pt modelId="{5E6C9633-F24E-4CE6-86DC-C529342A1811}" type="parTrans" cxnId="{44263B7B-88FD-4145-A6F1-3B5D2B574D17}">
      <dgm:prSet/>
      <dgm:spPr/>
      <dgm:t>
        <a:bodyPr/>
        <a:lstStyle/>
        <a:p>
          <a:endParaRPr lang="en-US"/>
        </a:p>
      </dgm:t>
    </dgm:pt>
    <dgm:pt modelId="{F7420EC6-A728-4DE3-AC2B-8E8A75613540}" type="sibTrans" cxnId="{44263B7B-88FD-4145-A6F1-3B5D2B574D17}">
      <dgm:prSet/>
      <dgm:spPr/>
      <dgm:t>
        <a:bodyPr/>
        <a:lstStyle/>
        <a:p>
          <a:endParaRPr lang="en-US"/>
        </a:p>
      </dgm:t>
    </dgm:pt>
    <dgm:pt modelId="{CFE90936-018C-49AF-A945-B9ED2A9A496B}" type="pres">
      <dgm:prSet presAssocID="{343B1D4C-0783-4367-A163-83B5DDF08C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3AF3BB2-B21E-4982-BB7C-FC43A55EED43}" type="pres">
      <dgm:prSet presAssocID="{8672A42C-7C9A-405A-A255-AEDE56B6A674}" presName="hierRoot1" presStyleCnt="0">
        <dgm:presLayoutVars>
          <dgm:hierBranch val="init"/>
        </dgm:presLayoutVars>
      </dgm:prSet>
      <dgm:spPr/>
    </dgm:pt>
    <dgm:pt modelId="{605AF0C7-87C2-4C0D-8083-9005AD52D6BC}" type="pres">
      <dgm:prSet presAssocID="{8672A42C-7C9A-405A-A255-AEDE56B6A674}" presName="rootComposite1" presStyleCnt="0"/>
      <dgm:spPr/>
    </dgm:pt>
    <dgm:pt modelId="{4954F56B-BD4E-4361-9621-EFAAF9B6589C}" type="pres">
      <dgm:prSet presAssocID="{8672A42C-7C9A-405A-A255-AEDE56B6A674}" presName="rootText1" presStyleLbl="node0" presStyleIdx="0" presStyleCnt="3">
        <dgm:presLayoutVars>
          <dgm:chPref val="3"/>
        </dgm:presLayoutVars>
      </dgm:prSet>
      <dgm:spPr/>
    </dgm:pt>
    <dgm:pt modelId="{08CC970C-F312-4607-B941-CCAEA5955D33}" type="pres">
      <dgm:prSet presAssocID="{8672A42C-7C9A-405A-A255-AEDE56B6A674}" presName="rootConnector1" presStyleLbl="node1" presStyleIdx="0" presStyleCnt="0"/>
      <dgm:spPr/>
    </dgm:pt>
    <dgm:pt modelId="{21A6B020-5228-44B0-82EA-63791D1C0F50}" type="pres">
      <dgm:prSet presAssocID="{8672A42C-7C9A-405A-A255-AEDE56B6A674}" presName="hierChild2" presStyleCnt="0"/>
      <dgm:spPr/>
    </dgm:pt>
    <dgm:pt modelId="{AB54A374-5A81-46B3-8891-3EA22E3213C3}" type="pres">
      <dgm:prSet presAssocID="{8672A42C-7C9A-405A-A255-AEDE56B6A674}" presName="hierChild3" presStyleCnt="0"/>
      <dgm:spPr/>
    </dgm:pt>
    <dgm:pt modelId="{4F647C07-01D1-4AFE-A27E-0E8A8A09C0EF}" type="pres">
      <dgm:prSet presAssocID="{9C35E5B0-91F3-43E1-9C45-D53CB6297B4C}" presName="hierRoot1" presStyleCnt="0">
        <dgm:presLayoutVars>
          <dgm:hierBranch val="init"/>
        </dgm:presLayoutVars>
      </dgm:prSet>
      <dgm:spPr/>
    </dgm:pt>
    <dgm:pt modelId="{96AFAD70-FF83-48BD-BFBB-FAEF57DE29E0}" type="pres">
      <dgm:prSet presAssocID="{9C35E5B0-91F3-43E1-9C45-D53CB6297B4C}" presName="rootComposite1" presStyleCnt="0"/>
      <dgm:spPr/>
    </dgm:pt>
    <dgm:pt modelId="{8B2DEAEE-4233-466D-966F-99A1DAEFD372}" type="pres">
      <dgm:prSet presAssocID="{9C35E5B0-91F3-43E1-9C45-D53CB6297B4C}" presName="rootText1" presStyleLbl="node0" presStyleIdx="1" presStyleCnt="3">
        <dgm:presLayoutVars>
          <dgm:chPref val="3"/>
        </dgm:presLayoutVars>
      </dgm:prSet>
      <dgm:spPr/>
    </dgm:pt>
    <dgm:pt modelId="{42B069A3-7E90-4300-9F64-352569EC46D4}" type="pres">
      <dgm:prSet presAssocID="{9C35E5B0-91F3-43E1-9C45-D53CB6297B4C}" presName="rootConnector1" presStyleLbl="node1" presStyleIdx="0" presStyleCnt="0"/>
      <dgm:spPr/>
    </dgm:pt>
    <dgm:pt modelId="{66FD19C3-EF81-4872-A0B9-D5F49BEF8A44}" type="pres">
      <dgm:prSet presAssocID="{9C35E5B0-91F3-43E1-9C45-D53CB6297B4C}" presName="hierChild2" presStyleCnt="0"/>
      <dgm:spPr/>
    </dgm:pt>
    <dgm:pt modelId="{AD82E679-56BA-48FB-9CE0-6757F77F08FC}" type="pres">
      <dgm:prSet presAssocID="{A2C4D546-04CD-4C42-9C7E-48FBCB1037AF}" presName="Name37" presStyleLbl="parChTrans1D2" presStyleIdx="0" presStyleCnt="3"/>
      <dgm:spPr/>
    </dgm:pt>
    <dgm:pt modelId="{CABE21D1-961A-4822-AA0A-C10F7BEDA4A6}" type="pres">
      <dgm:prSet presAssocID="{851BACF4-6F5C-4C85-9FB1-7BD107798D99}" presName="hierRoot2" presStyleCnt="0">
        <dgm:presLayoutVars>
          <dgm:hierBranch val="init"/>
        </dgm:presLayoutVars>
      </dgm:prSet>
      <dgm:spPr/>
    </dgm:pt>
    <dgm:pt modelId="{B65B23F9-C80A-4073-A812-8F731B774A70}" type="pres">
      <dgm:prSet presAssocID="{851BACF4-6F5C-4C85-9FB1-7BD107798D99}" presName="rootComposite" presStyleCnt="0"/>
      <dgm:spPr/>
    </dgm:pt>
    <dgm:pt modelId="{D4207C7C-6D35-4B41-B002-E63D2B69D73C}" type="pres">
      <dgm:prSet presAssocID="{851BACF4-6F5C-4C85-9FB1-7BD107798D99}" presName="rootText" presStyleLbl="node2" presStyleIdx="0" presStyleCnt="3">
        <dgm:presLayoutVars>
          <dgm:chPref val="3"/>
        </dgm:presLayoutVars>
      </dgm:prSet>
      <dgm:spPr/>
    </dgm:pt>
    <dgm:pt modelId="{9A6C43F8-E577-4087-8AFF-E272B61D7B37}" type="pres">
      <dgm:prSet presAssocID="{851BACF4-6F5C-4C85-9FB1-7BD107798D99}" presName="rootConnector" presStyleLbl="node2" presStyleIdx="0" presStyleCnt="3"/>
      <dgm:spPr/>
    </dgm:pt>
    <dgm:pt modelId="{5762DC18-1093-445F-9EE9-9F1D44BBBDC5}" type="pres">
      <dgm:prSet presAssocID="{851BACF4-6F5C-4C85-9FB1-7BD107798D99}" presName="hierChild4" presStyleCnt="0"/>
      <dgm:spPr/>
    </dgm:pt>
    <dgm:pt modelId="{DB5E7A85-3BA8-47EC-8E1D-C7A115EB5B36}" type="pres">
      <dgm:prSet presAssocID="{851BACF4-6F5C-4C85-9FB1-7BD107798D99}" presName="hierChild5" presStyleCnt="0"/>
      <dgm:spPr/>
    </dgm:pt>
    <dgm:pt modelId="{84A0A68B-AF13-4A8E-B9DB-E7F11110A5C9}" type="pres">
      <dgm:prSet presAssocID="{99CE3934-BEF7-4668-896B-C20166E9E72C}" presName="Name37" presStyleLbl="parChTrans1D2" presStyleIdx="1" presStyleCnt="3"/>
      <dgm:spPr/>
    </dgm:pt>
    <dgm:pt modelId="{BED0D9DE-0C99-437A-A740-B808576AF4F9}" type="pres">
      <dgm:prSet presAssocID="{BB38D287-03E1-4911-B95D-061FF51484C4}" presName="hierRoot2" presStyleCnt="0">
        <dgm:presLayoutVars>
          <dgm:hierBranch val="init"/>
        </dgm:presLayoutVars>
      </dgm:prSet>
      <dgm:spPr/>
    </dgm:pt>
    <dgm:pt modelId="{D6C6D2E0-E16A-4D23-95F5-9B4041BDACE5}" type="pres">
      <dgm:prSet presAssocID="{BB38D287-03E1-4911-B95D-061FF51484C4}" presName="rootComposite" presStyleCnt="0"/>
      <dgm:spPr/>
    </dgm:pt>
    <dgm:pt modelId="{AAF6E766-223C-4676-80CF-82567B4AA14D}" type="pres">
      <dgm:prSet presAssocID="{BB38D287-03E1-4911-B95D-061FF51484C4}" presName="rootText" presStyleLbl="node2" presStyleIdx="1" presStyleCnt="3">
        <dgm:presLayoutVars>
          <dgm:chPref val="3"/>
        </dgm:presLayoutVars>
      </dgm:prSet>
      <dgm:spPr/>
    </dgm:pt>
    <dgm:pt modelId="{58F22A2A-E4D0-4FCF-8923-401A6E9C2E2A}" type="pres">
      <dgm:prSet presAssocID="{BB38D287-03E1-4911-B95D-061FF51484C4}" presName="rootConnector" presStyleLbl="node2" presStyleIdx="1" presStyleCnt="3"/>
      <dgm:spPr/>
    </dgm:pt>
    <dgm:pt modelId="{E7355B94-5EFB-45C4-A53F-F38D3552F48D}" type="pres">
      <dgm:prSet presAssocID="{BB38D287-03E1-4911-B95D-061FF51484C4}" presName="hierChild4" presStyleCnt="0"/>
      <dgm:spPr/>
    </dgm:pt>
    <dgm:pt modelId="{9C0636D4-1BF1-458D-B0DB-DD3815DC055E}" type="pres">
      <dgm:prSet presAssocID="{BB38D287-03E1-4911-B95D-061FF51484C4}" presName="hierChild5" presStyleCnt="0"/>
      <dgm:spPr/>
    </dgm:pt>
    <dgm:pt modelId="{88EC47DE-B6FC-40A9-8F0E-814494E447B7}" type="pres">
      <dgm:prSet presAssocID="{33057200-C471-4DCF-B3E4-109C457022F6}" presName="Name37" presStyleLbl="parChTrans1D2" presStyleIdx="2" presStyleCnt="3"/>
      <dgm:spPr/>
    </dgm:pt>
    <dgm:pt modelId="{D5DD4B77-AB4E-4671-BF15-A36C61C2F642}" type="pres">
      <dgm:prSet presAssocID="{FB9BE3E1-6F95-4C0D-9A1A-6B17C2FAB19C}" presName="hierRoot2" presStyleCnt="0">
        <dgm:presLayoutVars>
          <dgm:hierBranch val="init"/>
        </dgm:presLayoutVars>
      </dgm:prSet>
      <dgm:spPr/>
    </dgm:pt>
    <dgm:pt modelId="{90C63FED-9F7A-4FCA-9548-802D9E2FDF02}" type="pres">
      <dgm:prSet presAssocID="{FB9BE3E1-6F95-4C0D-9A1A-6B17C2FAB19C}" presName="rootComposite" presStyleCnt="0"/>
      <dgm:spPr/>
    </dgm:pt>
    <dgm:pt modelId="{820C7421-D873-4414-A8FF-6D2D811F993A}" type="pres">
      <dgm:prSet presAssocID="{FB9BE3E1-6F95-4C0D-9A1A-6B17C2FAB19C}" presName="rootText" presStyleLbl="node2" presStyleIdx="2" presStyleCnt="3">
        <dgm:presLayoutVars>
          <dgm:chPref val="3"/>
        </dgm:presLayoutVars>
      </dgm:prSet>
      <dgm:spPr/>
    </dgm:pt>
    <dgm:pt modelId="{603BA4BC-0523-4114-BA9A-370E501C1A1A}" type="pres">
      <dgm:prSet presAssocID="{FB9BE3E1-6F95-4C0D-9A1A-6B17C2FAB19C}" presName="rootConnector" presStyleLbl="node2" presStyleIdx="2" presStyleCnt="3"/>
      <dgm:spPr/>
    </dgm:pt>
    <dgm:pt modelId="{A2C9FCBF-E374-4437-B3E2-B63CDFCEB7A8}" type="pres">
      <dgm:prSet presAssocID="{FB9BE3E1-6F95-4C0D-9A1A-6B17C2FAB19C}" presName="hierChild4" presStyleCnt="0"/>
      <dgm:spPr/>
    </dgm:pt>
    <dgm:pt modelId="{DBACA912-6E7E-4F04-8F5B-5A816EFD02C8}" type="pres">
      <dgm:prSet presAssocID="{FB9BE3E1-6F95-4C0D-9A1A-6B17C2FAB19C}" presName="hierChild5" presStyleCnt="0"/>
      <dgm:spPr/>
    </dgm:pt>
    <dgm:pt modelId="{BCC05335-BA97-49C0-BA03-F08A9EA1D4F5}" type="pres">
      <dgm:prSet presAssocID="{9C35E5B0-91F3-43E1-9C45-D53CB6297B4C}" presName="hierChild3" presStyleCnt="0"/>
      <dgm:spPr/>
    </dgm:pt>
    <dgm:pt modelId="{CE1B0E23-531B-4ADE-8F05-4C99A3ED218B}" type="pres">
      <dgm:prSet presAssocID="{13517461-25E0-4BBD-91BB-CD79EC6E27D6}" presName="hierRoot1" presStyleCnt="0">
        <dgm:presLayoutVars>
          <dgm:hierBranch val="init"/>
        </dgm:presLayoutVars>
      </dgm:prSet>
      <dgm:spPr/>
    </dgm:pt>
    <dgm:pt modelId="{968C6433-85DF-410A-AD11-650933182A0B}" type="pres">
      <dgm:prSet presAssocID="{13517461-25E0-4BBD-91BB-CD79EC6E27D6}" presName="rootComposite1" presStyleCnt="0"/>
      <dgm:spPr/>
    </dgm:pt>
    <dgm:pt modelId="{F59F9B17-9103-4C34-8A2B-4EA42EC15456}" type="pres">
      <dgm:prSet presAssocID="{13517461-25E0-4BBD-91BB-CD79EC6E27D6}" presName="rootText1" presStyleLbl="node0" presStyleIdx="2" presStyleCnt="3">
        <dgm:presLayoutVars>
          <dgm:chPref val="3"/>
        </dgm:presLayoutVars>
      </dgm:prSet>
      <dgm:spPr/>
    </dgm:pt>
    <dgm:pt modelId="{8ACCE167-F8AC-4B0B-997D-1D58472CD05A}" type="pres">
      <dgm:prSet presAssocID="{13517461-25E0-4BBD-91BB-CD79EC6E27D6}" presName="rootConnector1" presStyleLbl="node1" presStyleIdx="0" presStyleCnt="0"/>
      <dgm:spPr/>
    </dgm:pt>
    <dgm:pt modelId="{ECF8B188-F73D-4B95-9F28-AF54F17E5329}" type="pres">
      <dgm:prSet presAssocID="{13517461-25E0-4BBD-91BB-CD79EC6E27D6}" presName="hierChild2" presStyleCnt="0"/>
      <dgm:spPr/>
    </dgm:pt>
    <dgm:pt modelId="{73C30F73-C292-438D-AFE5-3C65390E3FD4}" type="pres">
      <dgm:prSet presAssocID="{13517461-25E0-4BBD-91BB-CD79EC6E27D6}" presName="hierChild3" presStyleCnt="0"/>
      <dgm:spPr/>
    </dgm:pt>
  </dgm:ptLst>
  <dgm:cxnLst>
    <dgm:cxn modelId="{043BFC03-74A7-45D9-8634-46D3E92E3E51}" srcId="{9C35E5B0-91F3-43E1-9C45-D53CB6297B4C}" destId="{BB38D287-03E1-4911-B95D-061FF51484C4}" srcOrd="1" destOrd="0" parTransId="{99CE3934-BEF7-4668-896B-C20166E9E72C}" sibTransId="{4367BF1A-B487-448C-B90F-788E1B09FA42}"/>
    <dgm:cxn modelId="{ADD2D204-8278-4C8A-A9B1-CC810A7338E7}" srcId="{9C35E5B0-91F3-43E1-9C45-D53CB6297B4C}" destId="{FB9BE3E1-6F95-4C0D-9A1A-6B17C2FAB19C}" srcOrd="2" destOrd="0" parTransId="{33057200-C471-4DCF-B3E4-109C457022F6}" sibTransId="{B3CB7F3D-4DB4-4F6F-95F2-CC2515D1BF2D}"/>
    <dgm:cxn modelId="{5B8DD70B-1DA8-48AB-B57A-F7642021A31C}" type="presOf" srcId="{13517461-25E0-4BBD-91BB-CD79EC6E27D6}" destId="{8ACCE167-F8AC-4B0B-997D-1D58472CD05A}" srcOrd="1" destOrd="0" presId="urn:microsoft.com/office/officeart/2005/8/layout/orgChart1"/>
    <dgm:cxn modelId="{7F687811-D408-4CB4-BA8D-C8AA23AB627C}" srcId="{343B1D4C-0783-4367-A163-83B5DDF08CEB}" destId="{9C35E5B0-91F3-43E1-9C45-D53CB6297B4C}" srcOrd="1" destOrd="0" parTransId="{7C6AC972-B133-4BB4-B3A1-C189B5617DBE}" sibTransId="{05158361-443B-4394-BD9E-CFC564E95A73}"/>
    <dgm:cxn modelId="{F82A291E-7127-434F-8005-0E491F1305E7}" type="presOf" srcId="{13517461-25E0-4BBD-91BB-CD79EC6E27D6}" destId="{F59F9B17-9103-4C34-8A2B-4EA42EC15456}" srcOrd="0" destOrd="0" presId="urn:microsoft.com/office/officeart/2005/8/layout/orgChart1"/>
    <dgm:cxn modelId="{40B6663E-D6B3-4704-8F90-B06E02FADB1C}" type="presOf" srcId="{FB9BE3E1-6F95-4C0D-9A1A-6B17C2FAB19C}" destId="{820C7421-D873-4414-A8FF-6D2D811F993A}" srcOrd="0" destOrd="0" presId="urn:microsoft.com/office/officeart/2005/8/layout/orgChart1"/>
    <dgm:cxn modelId="{8EE7375D-EB7F-4B6B-BEF1-963B80E42D63}" type="presOf" srcId="{BB38D287-03E1-4911-B95D-061FF51484C4}" destId="{AAF6E766-223C-4676-80CF-82567B4AA14D}" srcOrd="0" destOrd="0" presId="urn:microsoft.com/office/officeart/2005/8/layout/orgChart1"/>
    <dgm:cxn modelId="{668A4E64-F03C-44B8-9F39-6B6E43B313FE}" type="presOf" srcId="{FB9BE3E1-6F95-4C0D-9A1A-6B17C2FAB19C}" destId="{603BA4BC-0523-4114-BA9A-370E501C1A1A}" srcOrd="1" destOrd="0" presId="urn:microsoft.com/office/officeart/2005/8/layout/orgChart1"/>
    <dgm:cxn modelId="{17E92846-206C-4B16-846A-7F909FF9E88F}" type="presOf" srcId="{33057200-C471-4DCF-B3E4-109C457022F6}" destId="{88EC47DE-B6FC-40A9-8F0E-814494E447B7}" srcOrd="0" destOrd="0" presId="urn:microsoft.com/office/officeart/2005/8/layout/orgChart1"/>
    <dgm:cxn modelId="{61D9A257-635A-4E10-80D4-9DFDF03A7377}" type="presOf" srcId="{8672A42C-7C9A-405A-A255-AEDE56B6A674}" destId="{4954F56B-BD4E-4361-9621-EFAAF9B6589C}" srcOrd="0" destOrd="0" presId="urn:microsoft.com/office/officeart/2005/8/layout/orgChart1"/>
    <dgm:cxn modelId="{44263B7B-88FD-4145-A6F1-3B5D2B574D17}" srcId="{343B1D4C-0783-4367-A163-83B5DDF08CEB}" destId="{13517461-25E0-4BBD-91BB-CD79EC6E27D6}" srcOrd="2" destOrd="0" parTransId="{5E6C9633-F24E-4CE6-86DC-C529342A1811}" sibTransId="{F7420EC6-A728-4DE3-AC2B-8E8A75613540}"/>
    <dgm:cxn modelId="{E632558B-F92E-44BA-BED1-8847A5CF6215}" type="presOf" srcId="{99CE3934-BEF7-4668-896B-C20166E9E72C}" destId="{84A0A68B-AF13-4A8E-B9DB-E7F11110A5C9}" srcOrd="0" destOrd="0" presId="urn:microsoft.com/office/officeart/2005/8/layout/orgChart1"/>
    <dgm:cxn modelId="{8005B18B-73A9-4773-AD0F-A7257DA73D8C}" type="presOf" srcId="{851BACF4-6F5C-4C85-9FB1-7BD107798D99}" destId="{9A6C43F8-E577-4087-8AFF-E272B61D7B37}" srcOrd="1" destOrd="0" presId="urn:microsoft.com/office/officeart/2005/8/layout/orgChart1"/>
    <dgm:cxn modelId="{39377D8D-E19B-4E52-A44F-1C7632972BF4}" type="presOf" srcId="{BB38D287-03E1-4911-B95D-061FF51484C4}" destId="{58F22A2A-E4D0-4FCF-8923-401A6E9C2E2A}" srcOrd="1" destOrd="0" presId="urn:microsoft.com/office/officeart/2005/8/layout/orgChart1"/>
    <dgm:cxn modelId="{ACEC9C94-8BDA-4A66-A9A6-89DB2DAC0316}" type="presOf" srcId="{343B1D4C-0783-4367-A163-83B5DDF08CEB}" destId="{CFE90936-018C-49AF-A945-B9ED2A9A496B}" srcOrd="0" destOrd="0" presId="urn:microsoft.com/office/officeart/2005/8/layout/orgChart1"/>
    <dgm:cxn modelId="{198FBE95-1FB7-403A-AEB0-AB9CFAF30F11}" srcId="{343B1D4C-0783-4367-A163-83B5DDF08CEB}" destId="{8672A42C-7C9A-405A-A255-AEDE56B6A674}" srcOrd="0" destOrd="0" parTransId="{45F80562-51A0-471D-9DB4-4336434FF059}" sibTransId="{9C6E38F7-9288-4A7B-BC94-34B00F32ED9F}"/>
    <dgm:cxn modelId="{5101669E-65F3-422B-BBE5-F690312E2D7D}" type="presOf" srcId="{851BACF4-6F5C-4C85-9FB1-7BD107798D99}" destId="{D4207C7C-6D35-4B41-B002-E63D2B69D73C}" srcOrd="0" destOrd="0" presId="urn:microsoft.com/office/officeart/2005/8/layout/orgChart1"/>
    <dgm:cxn modelId="{007FB3A9-8C67-473E-A3CB-18E18063C899}" type="presOf" srcId="{A2C4D546-04CD-4C42-9C7E-48FBCB1037AF}" destId="{AD82E679-56BA-48FB-9CE0-6757F77F08FC}" srcOrd="0" destOrd="0" presId="urn:microsoft.com/office/officeart/2005/8/layout/orgChart1"/>
    <dgm:cxn modelId="{2F64CADD-23EF-4941-BD39-E99FA6BFC9B8}" type="presOf" srcId="{9C35E5B0-91F3-43E1-9C45-D53CB6297B4C}" destId="{8B2DEAEE-4233-466D-966F-99A1DAEFD372}" srcOrd="0" destOrd="0" presId="urn:microsoft.com/office/officeart/2005/8/layout/orgChart1"/>
    <dgm:cxn modelId="{389C80E1-661F-4679-AA78-D66387E9119C}" type="presOf" srcId="{8672A42C-7C9A-405A-A255-AEDE56B6A674}" destId="{08CC970C-F312-4607-B941-CCAEA5955D33}" srcOrd="1" destOrd="0" presId="urn:microsoft.com/office/officeart/2005/8/layout/orgChart1"/>
    <dgm:cxn modelId="{F1868AEA-E848-4325-B0B8-643F21381107}" srcId="{9C35E5B0-91F3-43E1-9C45-D53CB6297B4C}" destId="{851BACF4-6F5C-4C85-9FB1-7BD107798D99}" srcOrd="0" destOrd="0" parTransId="{A2C4D546-04CD-4C42-9C7E-48FBCB1037AF}" sibTransId="{38493E15-FC27-45BB-AA10-2D4D3C9FAE6A}"/>
    <dgm:cxn modelId="{3CFA66EC-66F9-4515-97CD-9BFA4D5BD453}" type="presOf" srcId="{9C35E5B0-91F3-43E1-9C45-D53CB6297B4C}" destId="{42B069A3-7E90-4300-9F64-352569EC46D4}" srcOrd="1" destOrd="0" presId="urn:microsoft.com/office/officeart/2005/8/layout/orgChart1"/>
    <dgm:cxn modelId="{8A75031D-04ED-461F-924A-C881ACDB5089}" type="presParOf" srcId="{CFE90936-018C-49AF-A945-B9ED2A9A496B}" destId="{C3AF3BB2-B21E-4982-BB7C-FC43A55EED43}" srcOrd="0" destOrd="0" presId="urn:microsoft.com/office/officeart/2005/8/layout/orgChart1"/>
    <dgm:cxn modelId="{34EFC141-1B8C-421F-BF07-FCC70689ABDC}" type="presParOf" srcId="{C3AF3BB2-B21E-4982-BB7C-FC43A55EED43}" destId="{605AF0C7-87C2-4C0D-8083-9005AD52D6BC}" srcOrd="0" destOrd="0" presId="urn:microsoft.com/office/officeart/2005/8/layout/orgChart1"/>
    <dgm:cxn modelId="{8319D408-4924-4B13-97D5-652669D8EDB5}" type="presParOf" srcId="{605AF0C7-87C2-4C0D-8083-9005AD52D6BC}" destId="{4954F56B-BD4E-4361-9621-EFAAF9B6589C}" srcOrd="0" destOrd="0" presId="urn:microsoft.com/office/officeart/2005/8/layout/orgChart1"/>
    <dgm:cxn modelId="{3282E8B1-B55F-4BFE-A7E8-68BC39AFBCC8}" type="presParOf" srcId="{605AF0C7-87C2-4C0D-8083-9005AD52D6BC}" destId="{08CC970C-F312-4607-B941-CCAEA5955D33}" srcOrd="1" destOrd="0" presId="urn:microsoft.com/office/officeart/2005/8/layout/orgChart1"/>
    <dgm:cxn modelId="{6B415D06-DAD9-44BE-B5F8-DE4F055506E2}" type="presParOf" srcId="{C3AF3BB2-B21E-4982-BB7C-FC43A55EED43}" destId="{21A6B020-5228-44B0-82EA-63791D1C0F50}" srcOrd="1" destOrd="0" presId="urn:microsoft.com/office/officeart/2005/8/layout/orgChart1"/>
    <dgm:cxn modelId="{AE670C2D-0DD4-40C5-A647-1455B45F423E}" type="presParOf" srcId="{C3AF3BB2-B21E-4982-BB7C-FC43A55EED43}" destId="{AB54A374-5A81-46B3-8891-3EA22E3213C3}" srcOrd="2" destOrd="0" presId="urn:microsoft.com/office/officeart/2005/8/layout/orgChart1"/>
    <dgm:cxn modelId="{E7B40151-5F13-4114-929D-F3120F322428}" type="presParOf" srcId="{CFE90936-018C-49AF-A945-B9ED2A9A496B}" destId="{4F647C07-01D1-4AFE-A27E-0E8A8A09C0EF}" srcOrd="1" destOrd="0" presId="urn:microsoft.com/office/officeart/2005/8/layout/orgChart1"/>
    <dgm:cxn modelId="{D11CDD06-04D6-4930-9B3A-E4AF21E76ABA}" type="presParOf" srcId="{4F647C07-01D1-4AFE-A27E-0E8A8A09C0EF}" destId="{96AFAD70-FF83-48BD-BFBB-FAEF57DE29E0}" srcOrd="0" destOrd="0" presId="urn:microsoft.com/office/officeart/2005/8/layout/orgChart1"/>
    <dgm:cxn modelId="{5FE49BC3-52B4-49B1-B51E-1BF20E25B475}" type="presParOf" srcId="{96AFAD70-FF83-48BD-BFBB-FAEF57DE29E0}" destId="{8B2DEAEE-4233-466D-966F-99A1DAEFD372}" srcOrd="0" destOrd="0" presId="urn:microsoft.com/office/officeart/2005/8/layout/orgChart1"/>
    <dgm:cxn modelId="{8D7C46DB-DF9F-4727-83B5-D221A80F51F3}" type="presParOf" srcId="{96AFAD70-FF83-48BD-BFBB-FAEF57DE29E0}" destId="{42B069A3-7E90-4300-9F64-352569EC46D4}" srcOrd="1" destOrd="0" presId="urn:microsoft.com/office/officeart/2005/8/layout/orgChart1"/>
    <dgm:cxn modelId="{BD314464-592B-490E-9780-882759F51A43}" type="presParOf" srcId="{4F647C07-01D1-4AFE-A27E-0E8A8A09C0EF}" destId="{66FD19C3-EF81-4872-A0B9-D5F49BEF8A44}" srcOrd="1" destOrd="0" presId="urn:microsoft.com/office/officeart/2005/8/layout/orgChart1"/>
    <dgm:cxn modelId="{A342C6B8-154A-4A35-970F-EAEA4C5553DB}" type="presParOf" srcId="{66FD19C3-EF81-4872-A0B9-D5F49BEF8A44}" destId="{AD82E679-56BA-48FB-9CE0-6757F77F08FC}" srcOrd="0" destOrd="0" presId="urn:microsoft.com/office/officeart/2005/8/layout/orgChart1"/>
    <dgm:cxn modelId="{01524596-3026-4A51-9FC5-052B5BC5E082}" type="presParOf" srcId="{66FD19C3-EF81-4872-A0B9-D5F49BEF8A44}" destId="{CABE21D1-961A-4822-AA0A-C10F7BEDA4A6}" srcOrd="1" destOrd="0" presId="urn:microsoft.com/office/officeart/2005/8/layout/orgChart1"/>
    <dgm:cxn modelId="{4FEF489A-4A81-498F-9537-97B823CA1766}" type="presParOf" srcId="{CABE21D1-961A-4822-AA0A-C10F7BEDA4A6}" destId="{B65B23F9-C80A-4073-A812-8F731B774A70}" srcOrd="0" destOrd="0" presId="urn:microsoft.com/office/officeart/2005/8/layout/orgChart1"/>
    <dgm:cxn modelId="{FD45BE3D-469C-4C00-9D20-9B0D38349C3E}" type="presParOf" srcId="{B65B23F9-C80A-4073-A812-8F731B774A70}" destId="{D4207C7C-6D35-4B41-B002-E63D2B69D73C}" srcOrd="0" destOrd="0" presId="urn:microsoft.com/office/officeart/2005/8/layout/orgChart1"/>
    <dgm:cxn modelId="{4A6DBC08-4AB9-4B60-9B1D-47F4BFC821AD}" type="presParOf" srcId="{B65B23F9-C80A-4073-A812-8F731B774A70}" destId="{9A6C43F8-E577-4087-8AFF-E272B61D7B37}" srcOrd="1" destOrd="0" presId="urn:microsoft.com/office/officeart/2005/8/layout/orgChart1"/>
    <dgm:cxn modelId="{926D38F3-A5CA-4F14-A907-22ACE19BD041}" type="presParOf" srcId="{CABE21D1-961A-4822-AA0A-C10F7BEDA4A6}" destId="{5762DC18-1093-445F-9EE9-9F1D44BBBDC5}" srcOrd="1" destOrd="0" presId="urn:microsoft.com/office/officeart/2005/8/layout/orgChart1"/>
    <dgm:cxn modelId="{C839EA8D-FA00-4C97-88F4-FEEDD9042CEB}" type="presParOf" srcId="{CABE21D1-961A-4822-AA0A-C10F7BEDA4A6}" destId="{DB5E7A85-3BA8-47EC-8E1D-C7A115EB5B36}" srcOrd="2" destOrd="0" presId="urn:microsoft.com/office/officeart/2005/8/layout/orgChart1"/>
    <dgm:cxn modelId="{E22A4B0D-C970-4921-848B-C2EC8E8D8205}" type="presParOf" srcId="{66FD19C3-EF81-4872-A0B9-D5F49BEF8A44}" destId="{84A0A68B-AF13-4A8E-B9DB-E7F11110A5C9}" srcOrd="2" destOrd="0" presId="urn:microsoft.com/office/officeart/2005/8/layout/orgChart1"/>
    <dgm:cxn modelId="{2A9C2F60-5259-49FB-A9DA-126EC739C837}" type="presParOf" srcId="{66FD19C3-EF81-4872-A0B9-D5F49BEF8A44}" destId="{BED0D9DE-0C99-437A-A740-B808576AF4F9}" srcOrd="3" destOrd="0" presId="urn:microsoft.com/office/officeart/2005/8/layout/orgChart1"/>
    <dgm:cxn modelId="{45B7F8BB-DE98-4F40-8119-B2E2E447A992}" type="presParOf" srcId="{BED0D9DE-0C99-437A-A740-B808576AF4F9}" destId="{D6C6D2E0-E16A-4D23-95F5-9B4041BDACE5}" srcOrd="0" destOrd="0" presId="urn:microsoft.com/office/officeart/2005/8/layout/orgChart1"/>
    <dgm:cxn modelId="{CD626A21-2E75-4BAE-B6D8-8BF420F53329}" type="presParOf" srcId="{D6C6D2E0-E16A-4D23-95F5-9B4041BDACE5}" destId="{AAF6E766-223C-4676-80CF-82567B4AA14D}" srcOrd="0" destOrd="0" presId="urn:microsoft.com/office/officeart/2005/8/layout/orgChart1"/>
    <dgm:cxn modelId="{64F48903-859D-4AE8-8CC6-E2F423F2C64D}" type="presParOf" srcId="{D6C6D2E0-E16A-4D23-95F5-9B4041BDACE5}" destId="{58F22A2A-E4D0-4FCF-8923-401A6E9C2E2A}" srcOrd="1" destOrd="0" presId="urn:microsoft.com/office/officeart/2005/8/layout/orgChart1"/>
    <dgm:cxn modelId="{365267FE-A2F3-4280-B8F1-D5B2D72FFA89}" type="presParOf" srcId="{BED0D9DE-0C99-437A-A740-B808576AF4F9}" destId="{E7355B94-5EFB-45C4-A53F-F38D3552F48D}" srcOrd="1" destOrd="0" presId="urn:microsoft.com/office/officeart/2005/8/layout/orgChart1"/>
    <dgm:cxn modelId="{7DF084FA-F33E-4C29-BB05-7A524598B11D}" type="presParOf" srcId="{BED0D9DE-0C99-437A-A740-B808576AF4F9}" destId="{9C0636D4-1BF1-458D-B0DB-DD3815DC055E}" srcOrd="2" destOrd="0" presId="urn:microsoft.com/office/officeart/2005/8/layout/orgChart1"/>
    <dgm:cxn modelId="{415E307F-8F54-4827-AE17-3AC15A25E475}" type="presParOf" srcId="{66FD19C3-EF81-4872-A0B9-D5F49BEF8A44}" destId="{88EC47DE-B6FC-40A9-8F0E-814494E447B7}" srcOrd="4" destOrd="0" presId="urn:microsoft.com/office/officeart/2005/8/layout/orgChart1"/>
    <dgm:cxn modelId="{EB3D87B8-A36C-4143-85F6-530930A994B2}" type="presParOf" srcId="{66FD19C3-EF81-4872-A0B9-D5F49BEF8A44}" destId="{D5DD4B77-AB4E-4671-BF15-A36C61C2F642}" srcOrd="5" destOrd="0" presId="urn:microsoft.com/office/officeart/2005/8/layout/orgChart1"/>
    <dgm:cxn modelId="{C2EA195D-62E7-496B-9040-D90D8EAF4111}" type="presParOf" srcId="{D5DD4B77-AB4E-4671-BF15-A36C61C2F642}" destId="{90C63FED-9F7A-4FCA-9548-802D9E2FDF02}" srcOrd="0" destOrd="0" presId="urn:microsoft.com/office/officeart/2005/8/layout/orgChart1"/>
    <dgm:cxn modelId="{43CD887F-8A64-46BD-BBE5-A6ED78F9404F}" type="presParOf" srcId="{90C63FED-9F7A-4FCA-9548-802D9E2FDF02}" destId="{820C7421-D873-4414-A8FF-6D2D811F993A}" srcOrd="0" destOrd="0" presId="urn:microsoft.com/office/officeart/2005/8/layout/orgChart1"/>
    <dgm:cxn modelId="{F830CD9E-9079-428A-84AB-F15D132D2D19}" type="presParOf" srcId="{90C63FED-9F7A-4FCA-9548-802D9E2FDF02}" destId="{603BA4BC-0523-4114-BA9A-370E501C1A1A}" srcOrd="1" destOrd="0" presId="urn:microsoft.com/office/officeart/2005/8/layout/orgChart1"/>
    <dgm:cxn modelId="{5B9BB6FB-9608-470D-8206-2C380FF87CBD}" type="presParOf" srcId="{D5DD4B77-AB4E-4671-BF15-A36C61C2F642}" destId="{A2C9FCBF-E374-4437-B3E2-B63CDFCEB7A8}" srcOrd="1" destOrd="0" presId="urn:microsoft.com/office/officeart/2005/8/layout/orgChart1"/>
    <dgm:cxn modelId="{CE6C780C-445D-4AE3-8ECA-0CD308FA8DD8}" type="presParOf" srcId="{D5DD4B77-AB4E-4671-BF15-A36C61C2F642}" destId="{DBACA912-6E7E-4F04-8F5B-5A816EFD02C8}" srcOrd="2" destOrd="0" presId="urn:microsoft.com/office/officeart/2005/8/layout/orgChart1"/>
    <dgm:cxn modelId="{B248E620-0F13-47F2-9EA2-47B7236D7F42}" type="presParOf" srcId="{4F647C07-01D1-4AFE-A27E-0E8A8A09C0EF}" destId="{BCC05335-BA97-49C0-BA03-F08A9EA1D4F5}" srcOrd="2" destOrd="0" presId="urn:microsoft.com/office/officeart/2005/8/layout/orgChart1"/>
    <dgm:cxn modelId="{1E445DF6-1CEC-490D-8EAF-BC28AE3353CB}" type="presParOf" srcId="{CFE90936-018C-49AF-A945-B9ED2A9A496B}" destId="{CE1B0E23-531B-4ADE-8F05-4C99A3ED218B}" srcOrd="2" destOrd="0" presId="urn:microsoft.com/office/officeart/2005/8/layout/orgChart1"/>
    <dgm:cxn modelId="{752DD75E-5320-42EE-8980-41CFE6D3F385}" type="presParOf" srcId="{CE1B0E23-531B-4ADE-8F05-4C99A3ED218B}" destId="{968C6433-85DF-410A-AD11-650933182A0B}" srcOrd="0" destOrd="0" presId="urn:microsoft.com/office/officeart/2005/8/layout/orgChart1"/>
    <dgm:cxn modelId="{70B4D5DA-45B5-4E9C-AA59-AB9BBDC1AF8D}" type="presParOf" srcId="{968C6433-85DF-410A-AD11-650933182A0B}" destId="{F59F9B17-9103-4C34-8A2B-4EA42EC15456}" srcOrd="0" destOrd="0" presId="urn:microsoft.com/office/officeart/2005/8/layout/orgChart1"/>
    <dgm:cxn modelId="{8F0C3296-B3E2-48FF-A73D-78EC59BBC22B}" type="presParOf" srcId="{968C6433-85DF-410A-AD11-650933182A0B}" destId="{8ACCE167-F8AC-4B0B-997D-1D58472CD05A}" srcOrd="1" destOrd="0" presId="urn:microsoft.com/office/officeart/2005/8/layout/orgChart1"/>
    <dgm:cxn modelId="{10F49E25-6B0D-4393-97A6-3A978E838CCB}" type="presParOf" srcId="{CE1B0E23-531B-4ADE-8F05-4C99A3ED218B}" destId="{ECF8B188-F73D-4B95-9F28-AF54F17E5329}" srcOrd="1" destOrd="0" presId="urn:microsoft.com/office/officeart/2005/8/layout/orgChart1"/>
    <dgm:cxn modelId="{E26F2344-9965-44A2-B702-1EBD096D878B}" type="presParOf" srcId="{CE1B0E23-531B-4ADE-8F05-4C99A3ED218B}" destId="{73C30F73-C292-438D-AFE5-3C65390E3F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55AD1E-1729-4255-8ED7-0D8B046584B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5DF6B4-7573-49BD-867B-C78221252E12}">
      <dgm:prSet/>
      <dgm:spPr/>
      <dgm:t>
        <a:bodyPr/>
        <a:lstStyle/>
        <a:p>
          <a:r>
            <a:rPr lang="fr-FR"/>
            <a:t>BasicAndSafelyManagedDrinkingWaterServices</a:t>
          </a:r>
          <a:endParaRPr lang="en-US"/>
        </a:p>
      </dgm:t>
    </dgm:pt>
    <dgm:pt modelId="{33849D37-1FDD-447C-96CD-85B049F8A07E}" type="parTrans" cxnId="{A4E6955B-F316-43F6-8739-819BF89605D9}">
      <dgm:prSet/>
      <dgm:spPr/>
      <dgm:t>
        <a:bodyPr/>
        <a:lstStyle/>
        <a:p>
          <a:endParaRPr lang="en-US"/>
        </a:p>
      </dgm:t>
    </dgm:pt>
    <dgm:pt modelId="{D74BB6D2-E898-4BDA-B5F9-3E6234DA3316}" type="sibTrans" cxnId="{A4E6955B-F316-43F6-8739-819BF89605D9}">
      <dgm:prSet/>
      <dgm:spPr/>
      <dgm:t>
        <a:bodyPr/>
        <a:lstStyle/>
        <a:p>
          <a:endParaRPr lang="en-US"/>
        </a:p>
      </dgm:t>
    </dgm:pt>
    <dgm:pt modelId="{D49B8776-157F-4BCA-BD89-BCFAF8F866BF}">
      <dgm:prSet/>
      <dgm:spPr/>
      <dgm:t>
        <a:bodyPr/>
        <a:lstStyle/>
        <a:p>
          <a:r>
            <a:rPr lang="fr-FR" dirty="0">
              <a:highlight>
                <a:srgbClr val="FFFF00"/>
              </a:highlight>
            </a:rPr>
            <a:t>Country, </a:t>
          </a:r>
          <a:r>
            <a:rPr lang="fr-FR" dirty="0" err="1">
              <a:highlight>
                <a:srgbClr val="FFFF00"/>
              </a:highlight>
            </a:rPr>
            <a:t>Year</a:t>
          </a:r>
          <a:r>
            <a:rPr lang="fr-FR" dirty="0">
              <a:highlight>
                <a:srgbClr val="FFFF00"/>
              </a:highlight>
            </a:rPr>
            <a:t>, </a:t>
          </a:r>
          <a:r>
            <a:rPr lang="fr-FR" dirty="0" err="1">
              <a:highlight>
                <a:srgbClr val="FFFF00"/>
              </a:highlight>
            </a:rPr>
            <a:t>Granularity</a:t>
          </a:r>
          <a:r>
            <a:rPr lang="fr-FR" dirty="0"/>
            <a:t>, Basic %, </a:t>
          </a:r>
          <a:r>
            <a:rPr lang="fr-FR" dirty="0" err="1"/>
            <a:t>Managed</a:t>
          </a:r>
          <a:r>
            <a:rPr lang="fr-FR" dirty="0"/>
            <a:t> %</a:t>
          </a:r>
          <a:endParaRPr lang="en-US" dirty="0"/>
        </a:p>
      </dgm:t>
    </dgm:pt>
    <dgm:pt modelId="{010714F9-A20B-4B5F-81B1-DF5C6EC45A02}" type="parTrans" cxnId="{1DD68380-6CDC-497E-85C4-13DB57FA4CD7}">
      <dgm:prSet/>
      <dgm:spPr/>
      <dgm:t>
        <a:bodyPr/>
        <a:lstStyle/>
        <a:p>
          <a:endParaRPr lang="en-US"/>
        </a:p>
      </dgm:t>
    </dgm:pt>
    <dgm:pt modelId="{81A8BF8F-9FF8-4B56-8F19-FF002A1D7E8A}" type="sibTrans" cxnId="{1DD68380-6CDC-497E-85C4-13DB57FA4CD7}">
      <dgm:prSet/>
      <dgm:spPr/>
      <dgm:t>
        <a:bodyPr/>
        <a:lstStyle/>
        <a:p>
          <a:endParaRPr lang="en-US"/>
        </a:p>
      </dgm:t>
    </dgm:pt>
    <dgm:pt modelId="{F0751A8E-B35F-4BD4-9EEF-B390B28FC731}">
      <dgm:prSet/>
      <dgm:spPr/>
      <dgm:t>
        <a:bodyPr/>
        <a:lstStyle/>
        <a:p>
          <a:r>
            <a:rPr lang="fr-FR"/>
            <a:t>MortalityRateAttributedToWater</a:t>
          </a:r>
          <a:endParaRPr lang="en-US"/>
        </a:p>
      </dgm:t>
    </dgm:pt>
    <dgm:pt modelId="{00699034-C9D9-4385-AE8B-31156F92BB11}" type="parTrans" cxnId="{0E0F4E34-BD16-4B0E-8F72-02D94942B838}">
      <dgm:prSet/>
      <dgm:spPr/>
      <dgm:t>
        <a:bodyPr/>
        <a:lstStyle/>
        <a:p>
          <a:endParaRPr lang="en-US"/>
        </a:p>
      </dgm:t>
    </dgm:pt>
    <dgm:pt modelId="{2B18FB70-8F6B-4477-8FB4-6ADFC0575012}" type="sibTrans" cxnId="{0E0F4E34-BD16-4B0E-8F72-02D94942B838}">
      <dgm:prSet/>
      <dgm:spPr/>
      <dgm:t>
        <a:bodyPr/>
        <a:lstStyle/>
        <a:p>
          <a:endParaRPr lang="en-US"/>
        </a:p>
      </dgm:t>
    </dgm:pt>
    <dgm:pt modelId="{11A3D1B9-0447-4638-9556-09DE10F5D726}">
      <dgm:prSet/>
      <dgm:spPr/>
      <dgm:t>
        <a:bodyPr/>
        <a:lstStyle/>
        <a:p>
          <a:r>
            <a:rPr lang="fr-FR" dirty="0">
              <a:highlight>
                <a:srgbClr val="FFFF00"/>
              </a:highlight>
            </a:rPr>
            <a:t>Country, </a:t>
          </a:r>
          <a:r>
            <a:rPr lang="fr-FR" dirty="0" err="1">
              <a:highlight>
                <a:srgbClr val="FFFF00"/>
              </a:highlight>
            </a:rPr>
            <a:t>Year</a:t>
          </a:r>
          <a:r>
            <a:rPr lang="fr-FR" dirty="0">
              <a:highlight>
                <a:srgbClr val="FFFF00"/>
              </a:highlight>
            </a:rPr>
            <a:t>, </a:t>
          </a:r>
          <a:r>
            <a:rPr lang="fr-FR" dirty="0" err="1">
              <a:highlight>
                <a:srgbClr val="FFFF00"/>
              </a:highlight>
            </a:rPr>
            <a:t>Granularity</a:t>
          </a:r>
          <a:r>
            <a:rPr lang="fr-FR" dirty="0"/>
            <a:t>, </a:t>
          </a:r>
          <a:r>
            <a:rPr lang="fr-FR" dirty="0" err="1"/>
            <a:t>Mortality</a:t>
          </a:r>
          <a:r>
            <a:rPr lang="fr-FR" dirty="0"/>
            <a:t> rate, </a:t>
          </a:r>
          <a:r>
            <a:rPr lang="fr-FR" dirty="0" err="1"/>
            <a:t>Deaths</a:t>
          </a:r>
          <a:endParaRPr lang="en-US" dirty="0"/>
        </a:p>
      </dgm:t>
    </dgm:pt>
    <dgm:pt modelId="{7AC6F7F3-2913-463F-8913-C86362C12AD6}" type="parTrans" cxnId="{26EB4950-11DB-42BF-B9AB-A77605109A8D}">
      <dgm:prSet/>
      <dgm:spPr/>
      <dgm:t>
        <a:bodyPr/>
        <a:lstStyle/>
        <a:p>
          <a:endParaRPr lang="en-US"/>
        </a:p>
      </dgm:t>
    </dgm:pt>
    <dgm:pt modelId="{6BA415B6-CD38-4C9C-B1A2-7FF93085F48A}" type="sibTrans" cxnId="{26EB4950-11DB-42BF-B9AB-A77605109A8D}">
      <dgm:prSet/>
      <dgm:spPr/>
      <dgm:t>
        <a:bodyPr/>
        <a:lstStyle/>
        <a:p>
          <a:endParaRPr lang="en-US"/>
        </a:p>
      </dgm:t>
    </dgm:pt>
    <dgm:pt modelId="{5C585046-5E17-4720-A341-DE5DE538AA8E}">
      <dgm:prSet/>
      <dgm:spPr/>
      <dgm:t>
        <a:bodyPr/>
        <a:lstStyle/>
        <a:p>
          <a:r>
            <a:rPr lang="fr-FR"/>
            <a:t>PoliticalStability</a:t>
          </a:r>
          <a:endParaRPr lang="en-US"/>
        </a:p>
      </dgm:t>
    </dgm:pt>
    <dgm:pt modelId="{4696D562-A297-4250-9C15-AE5065E9BC9E}" type="parTrans" cxnId="{0C6A4E42-E186-4C4B-8410-3B841C157C10}">
      <dgm:prSet/>
      <dgm:spPr/>
      <dgm:t>
        <a:bodyPr/>
        <a:lstStyle/>
        <a:p>
          <a:endParaRPr lang="en-US"/>
        </a:p>
      </dgm:t>
    </dgm:pt>
    <dgm:pt modelId="{F904F8E5-135A-4A6E-AAEA-969A60A59636}" type="sibTrans" cxnId="{0C6A4E42-E186-4C4B-8410-3B841C157C10}">
      <dgm:prSet/>
      <dgm:spPr/>
      <dgm:t>
        <a:bodyPr/>
        <a:lstStyle/>
        <a:p>
          <a:endParaRPr lang="en-US"/>
        </a:p>
      </dgm:t>
    </dgm:pt>
    <dgm:pt modelId="{DC3F770E-2F82-493A-BA85-9030F98E7030}">
      <dgm:prSet/>
      <dgm:spPr/>
      <dgm:t>
        <a:bodyPr/>
        <a:lstStyle/>
        <a:p>
          <a:r>
            <a:rPr lang="fr-FR" dirty="0">
              <a:highlight>
                <a:srgbClr val="FFFF00"/>
              </a:highlight>
            </a:rPr>
            <a:t>Country, </a:t>
          </a:r>
          <a:r>
            <a:rPr lang="fr-FR" dirty="0" err="1">
              <a:highlight>
                <a:srgbClr val="FFFF00"/>
              </a:highlight>
            </a:rPr>
            <a:t>Year</a:t>
          </a:r>
          <a:r>
            <a:rPr lang="fr-FR" dirty="0">
              <a:highlight>
                <a:srgbClr val="FFFF00"/>
              </a:highlight>
            </a:rPr>
            <a:t>, </a:t>
          </a:r>
          <a:r>
            <a:rPr lang="fr-FR" dirty="0" err="1">
              <a:highlight>
                <a:srgbClr val="FFFF00"/>
              </a:highlight>
            </a:rPr>
            <a:t>Granularity</a:t>
          </a:r>
          <a:r>
            <a:rPr lang="fr-FR" dirty="0"/>
            <a:t>, </a:t>
          </a:r>
          <a:r>
            <a:rPr lang="fr-FR" dirty="0" err="1"/>
            <a:t>Political</a:t>
          </a:r>
          <a:r>
            <a:rPr lang="fr-FR" dirty="0"/>
            <a:t> </a:t>
          </a:r>
          <a:r>
            <a:rPr lang="fr-FR" dirty="0" err="1"/>
            <a:t>stability</a:t>
          </a:r>
          <a:endParaRPr lang="en-US" dirty="0"/>
        </a:p>
      </dgm:t>
    </dgm:pt>
    <dgm:pt modelId="{D26FD824-EA07-48C3-B88E-4CFEEE89DE5D}" type="parTrans" cxnId="{E55F409A-EF5A-45C3-A9B1-73B2B8E2B696}">
      <dgm:prSet/>
      <dgm:spPr/>
      <dgm:t>
        <a:bodyPr/>
        <a:lstStyle/>
        <a:p>
          <a:endParaRPr lang="en-US"/>
        </a:p>
      </dgm:t>
    </dgm:pt>
    <dgm:pt modelId="{729DAF00-0B51-4CEC-B77E-BB78E0DEF082}" type="sibTrans" cxnId="{E55F409A-EF5A-45C3-A9B1-73B2B8E2B696}">
      <dgm:prSet/>
      <dgm:spPr/>
      <dgm:t>
        <a:bodyPr/>
        <a:lstStyle/>
        <a:p>
          <a:endParaRPr lang="en-US"/>
        </a:p>
      </dgm:t>
    </dgm:pt>
    <dgm:pt modelId="{4F84EA10-0D58-475F-8142-9CEC568E2BB4}">
      <dgm:prSet/>
      <dgm:spPr/>
      <dgm:t>
        <a:bodyPr/>
        <a:lstStyle/>
        <a:p>
          <a:r>
            <a:rPr lang="fr-FR"/>
            <a:t>Population</a:t>
          </a:r>
          <a:endParaRPr lang="en-US"/>
        </a:p>
      </dgm:t>
    </dgm:pt>
    <dgm:pt modelId="{73F47BE9-7CEC-479F-B525-DE4629163DBF}" type="parTrans" cxnId="{BE18274F-97D5-4843-A098-3ACE55F73431}">
      <dgm:prSet/>
      <dgm:spPr/>
      <dgm:t>
        <a:bodyPr/>
        <a:lstStyle/>
        <a:p>
          <a:endParaRPr lang="en-US"/>
        </a:p>
      </dgm:t>
    </dgm:pt>
    <dgm:pt modelId="{E40C5A5C-1A44-4291-A36F-2450EF5D103C}" type="sibTrans" cxnId="{BE18274F-97D5-4843-A098-3ACE55F73431}">
      <dgm:prSet/>
      <dgm:spPr/>
      <dgm:t>
        <a:bodyPr/>
        <a:lstStyle/>
        <a:p>
          <a:endParaRPr lang="en-US"/>
        </a:p>
      </dgm:t>
    </dgm:pt>
    <dgm:pt modelId="{E9FF497B-123E-444D-94DD-8EDF929F77ED}">
      <dgm:prSet/>
      <dgm:spPr/>
      <dgm:t>
        <a:bodyPr/>
        <a:lstStyle/>
        <a:p>
          <a:r>
            <a:rPr lang="fr-FR" dirty="0">
              <a:highlight>
                <a:srgbClr val="FFFF00"/>
              </a:highlight>
            </a:rPr>
            <a:t>Country, </a:t>
          </a:r>
          <a:r>
            <a:rPr lang="fr-FR" dirty="0" err="1">
              <a:highlight>
                <a:srgbClr val="FFFF00"/>
              </a:highlight>
            </a:rPr>
            <a:t>Year</a:t>
          </a:r>
          <a:r>
            <a:rPr lang="fr-FR" dirty="0">
              <a:highlight>
                <a:srgbClr val="FFFF00"/>
              </a:highlight>
            </a:rPr>
            <a:t>, </a:t>
          </a:r>
          <a:r>
            <a:rPr lang="fr-FR" dirty="0" err="1">
              <a:highlight>
                <a:srgbClr val="FFFF00"/>
              </a:highlight>
            </a:rPr>
            <a:t>Granularity</a:t>
          </a:r>
          <a:r>
            <a:rPr lang="fr-FR" dirty="0"/>
            <a:t>, Population</a:t>
          </a:r>
          <a:endParaRPr lang="en-US" dirty="0"/>
        </a:p>
      </dgm:t>
    </dgm:pt>
    <dgm:pt modelId="{FE68CB08-ABD0-495D-ABB7-798FB3FB5324}" type="parTrans" cxnId="{5D74E066-4AA9-4D27-BFD5-A2D7AB275F90}">
      <dgm:prSet/>
      <dgm:spPr/>
      <dgm:t>
        <a:bodyPr/>
        <a:lstStyle/>
        <a:p>
          <a:endParaRPr lang="en-US"/>
        </a:p>
      </dgm:t>
    </dgm:pt>
    <dgm:pt modelId="{3E247306-52D4-4D67-8E96-61DD07891940}" type="sibTrans" cxnId="{5D74E066-4AA9-4D27-BFD5-A2D7AB275F90}">
      <dgm:prSet/>
      <dgm:spPr/>
      <dgm:t>
        <a:bodyPr/>
        <a:lstStyle/>
        <a:p>
          <a:endParaRPr lang="en-US"/>
        </a:p>
      </dgm:t>
    </dgm:pt>
    <dgm:pt modelId="{7757393E-332C-449C-83DE-18225EE48C33}">
      <dgm:prSet/>
      <dgm:spPr/>
      <dgm:t>
        <a:bodyPr/>
        <a:lstStyle/>
        <a:p>
          <a:r>
            <a:rPr lang="fr-FR"/>
            <a:t>RegionCountry</a:t>
          </a:r>
          <a:endParaRPr lang="en-US"/>
        </a:p>
      </dgm:t>
    </dgm:pt>
    <dgm:pt modelId="{B3EE97FF-55E9-480C-9C06-4B55FDCD605D}" type="parTrans" cxnId="{50553D3D-9185-453A-BEEA-E5DF3C460139}">
      <dgm:prSet/>
      <dgm:spPr/>
      <dgm:t>
        <a:bodyPr/>
        <a:lstStyle/>
        <a:p>
          <a:endParaRPr lang="en-US"/>
        </a:p>
      </dgm:t>
    </dgm:pt>
    <dgm:pt modelId="{897776F4-5305-40F6-9D53-EF5E1D0A1352}" type="sibTrans" cxnId="{50553D3D-9185-453A-BEEA-E5DF3C460139}">
      <dgm:prSet/>
      <dgm:spPr/>
      <dgm:t>
        <a:bodyPr/>
        <a:lstStyle/>
        <a:p>
          <a:endParaRPr lang="en-US"/>
        </a:p>
      </dgm:t>
    </dgm:pt>
    <dgm:pt modelId="{9FE03AB6-D021-4516-8F65-D464D43F1853}">
      <dgm:prSet/>
      <dgm:spPr/>
      <dgm:t>
        <a:bodyPr/>
        <a:lstStyle/>
        <a:p>
          <a:r>
            <a:rPr lang="fr-FR" dirty="0">
              <a:highlight>
                <a:srgbClr val="FFFF00"/>
              </a:highlight>
            </a:rPr>
            <a:t>Country</a:t>
          </a:r>
          <a:r>
            <a:rPr lang="fr-FR" dirty="0"/>
            <a:t>, </a:t>
          </a:r>
          <a:r>
            <a:rPr lang="fr-FR" dirty="0" err="1"/>
            <a:t>Region</a:t>
          </a:r>
          <a:endParaRPr lang="en-US" dirty="0"/>
        </a:p>
      </dgm:t>
    </dgm:pt>
    <dgm:pt modelId="{738AA3D5-3624-421F-A810-42B47B0BBEED}" type="parTrans" cxnId="{EDBE546A-FBC9-4E79-AD6F-E43C90E5A4FD}">
      <dgm:prSet/>
      <dgm:spPr/>
      <dgm:t>
        <a:bodyPr/>
        <a:lstStyle/>
        <a:p>
          <a:endParaRPr lang="en-US"/>
        </a:p>
      </dgm:t>
    </dgm:pt>
    <dgm:pt modelId="{58EB2BDA-914A-4D01-AA7C-BC34A7A62C29}" type="sibTrans" cxnId="{EDBE546A-FBC9-4E79-AD6F-E43C90E5A4FD}">
      <dgm:prSet/>
      <dgm:spPr/>
      <dgm:t>
        <a:bodyPr/>
        <a:lstStyle/>
        <a:p>
          <a:endParaRPr lang="en-US"/>
        </a:p>
      </dgm:t>
    </dgm:pt>
    <dgm:pt modelId="{E463A457-ACDA-4B58-AB6E-A221494DC29F}" type="pres">
      <dgm:prSet presAssocID="{BB55AD1E-1729-4255-8ED7-0D8B046584B1}" presName="linear" presStyleCnt="0">
        <dgm:presLayoutVars>
          <dgm:dir/>
          <dgm:animLvl val="lvl"/>
          <dgm:resizeHandles val="exact"/>
        </dgm:presLayoutVars>
      </dgm:prSet>
      <dgm:spPr/>
    </dgm:pt>
    <dgm:pt modelId="{25D8A1A3-E191-4DE5-A54A-F7A650EFCE99}" type="pres">
      <dgm:prSet presAssocID="{675DF6B4-7573-49BD-867B-C78221252E12}" presName="parentLin" presStyleCnt="0"/>
      <dgm:spPr/>
    </dgm:pt>
    <dgm:pt modelId="{1C473DDD-6699-4E24-A200-4B2E64621C53}" type="pres">
      <dgm:prSet presAssocID="{675DF6B4-7573-49BD-867B-C78221252E12}" presName="parentLeftMargin" presStyleLbl="node1" presStyleIdx="0" presStyleCnt="5"/>
      <dgm:spPr/>
    </dgm:pt>
    <dgm:pt modelId="{47A15A5A-73AB-458D-87C3-BA6260F3B615}" type="pres">
      <dgm:prSet presAssocID="{675DF6B4-7573-49BD-867B-C78221252E1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0D3DB29-242F-4652-96F6-A87DB2124A8A}" type="pres">
      <dgm:prSet presAssocID="{675DF6B4-7573-49BD-867B-C78221252E12}" presName="negativeSpace" presStyleCnt="0"/>
      <dgm:spPr/>
    </dgm:pt>
    <dgm:pt modelId="{DD0F3C33-EE60-4A36-98CC-BFE545C613A9}" type="pres">
      <dgm:prSet presAssocID="{675DF6B4-7573-49BD-867B-C78221252E12}" presName="childText" presStyleLbl="conFgAcc1" presStyleIdx="0" presStyleCnt="5">
        <dgm:presLayoutVars>
          <dgm:bulletEnabled val="1"/>
        </dgm:presLayoutVars>
      </dgm:prSet>
      <dgm:spPr/>
    </dgm:pt>
    <dgm:pt modelId="{36D4960B-9C79-41FC-9236-675B9866A853}" type="pres">
      <dgm:prSet presAssocID="{D74BB6D2-E898-4BDA-B5F9-3E6234DA3316}" presName="spaceBetweenRectangles" presStyleCnt="0"/>
      <dgm:spPr/>
    </dgm:pt>
    <dgm:pt modelId="{38DE6039-9F48-4BAE-A2F4-812C6D98ECEF}" type="pres">
      <dgm:prSet presAssocID="{F0751A8E-B35F-4BD4-9EEF-B390B28FC731}" presName="parentLin" presStyleCnt="0"/>
      <dgm:spPr/>
    </dgm:pt>
    <dgm:pt modelId="{0315EB5F-D45F-4E9E-83FC-091F9B514472}" type="pres">
      <dgm:prSet presAssocID="{F0751A8E-B35F-4BD4-9EEF-B390B28FC731}" presName="parentLeftMargin" presStyleLbl="node1" presStyleIdx="0" presStyleCnt="5"/>
      <dgm:spPr/>
    </dgm:pt>
    <dgm:pt modelId="{09D609AC-1F19-4132-8651-AF2CD2628268}" type="pres">
      <dgm:prSet presAssocID="{F0751A8E-B35F-4BD4-9EEF-B390B28FC73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A3B1A42-1BEB-47BE-92CD-1C671ED8A960}" type="pres">
      <dgm:prSet presAssocID="{F0751A8E-B35F-4BD4-9EEF-B390B28FC731}" presName="negativeSpace" presStyleCnt="0"/>
      <dgm:spPr/>
    </dgm:pt>
    <dgm:pt modelId="{C5BC7700-4931-4664-9BA4-F26C0BD1C93C}" type="pres">
      <dgm:prSet presAssocID="{F0751A8E-B35F-4BD4-9EEF-B390B28FC731}" presName="childText" presStyleLbl="conFgAcc1" presStyleIdx="1" presStyleCnt="5">
        <dgm:presLayoutVars>
          <dgm:bulletEnabled val="1"/>
        </dgm:presLayoutVars>
      </dgm:prSet>
      <dgm:spPr/>
    </dgm:pt>
    <dgm:pt modelId="{1C712ED2-B0E5-4494-8B20-8C1FFD25105C}" type="pres">
      <dgm:prSet presAssocID="{2B18FB70-8F6B-4477-8FB4-6ADFC0575012}" presName="spaceBetweenRectangles" presStyleCnt="0"/>
      <dgm:spPr/>
    </dgm:pt>
    <dgm:pt modelId="{155949D4-D5FF-4714-AF55-2FB261BCAE74}" type="pres">
      <dgm:prSet presAssocID="{5C585046-5E17-4720-A341-DE5DE538AA8E}" presName="parentLin" presStyleCnt="0"/>
      <dgm:spPr/>
    </dgm:pt>
    <dgm:pt modelId="{CAA808CD-881D-4086-AD1C-084B98F64578}" type="pres">
      <dgm:prSet presAssocID="{5C585046-5E17-4720-A341-DE5DE538AA8E}" presName="parentLeftMargin" presStyleLbl="node1" presStyleIdx="1" presStyleCnt="5"/>
      <dgm:spPr/>
    </dgm:pt>
    <dgm:pt modelId="{61338A36-3147-4351-880A-2C4BBAC00AFF}" type="pres">
      <dgm:prSet presAssocID="{5C585046-5E17-4720-A341-DE5DE538AA8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367808-EF1D-46DB-B6EF-E8562B1FBA93}" type="pres">
      <dgm:prSet presAssocID="{5C585046-5E17-4720-A341-DE5DE538AA8E}" presName="negativeSpace" presStyleCnt="0"/>
      <dgm:spPr/>
    </dgm:pt>
    <dgm:pt modelId="{727AB207-5C17-4D90-9B72-B6D7B0B39AB0}" type="pres">
      <dgm:prSet presAssocID="{5C585046-5E17-4720-A341-DE5DE538AA8E}" presName="childText" presStyleLbl="conFgAcc1" presStyleIdx="2" presStyleCnt="5">
        <dgm:presLayoutVars>
          <dgm:bulletEnabled val="1"/>
        </dgm:presLayoutVars>
      </dgm:prSet>
      <dgm:spPr/>
    </dgm:pt>
    <dgm:pt modelId="{D72CCA8A-9ACD-4CE1-9558-63D0A29F77B4}" type="pres">
      <dgm:prSet presAssocID="{F904F8E5-135A-4A6E-AAEA-969A60A59636}" presName="spaceBetweenRectangles" presStyleCnt="0"/>
      <dgm:spPr/>
    </dgm:pt>
    <dgm:pt modelId="{CE901C92-2743-4A21-B26F-30D5871F8B3F}" type="pres">
      <dgm:prSet presAssocID="{4F84EA10-0D58-475F-8142-9CEC568E2BB4}" presName="parentLin" presStyleCnt="0"/>
      <dgm:spPr/>
    </dgm:pt>
    <dgm:pt modelId="{5D728D2E-96E4-456F-A903-E1276250708E}" type="pres">
      <dgm:prSet presAssocID="{4F84EA10-0D58-475F-8142-9CEC568E2BB4}" presName="parentLeftMargin" presStyleLbl="node1" presStyleIdx="2" presStyleCnt="5"/>
      <dgm:spPr/>
    </dgm:pt>
    <dgm:pt modelId="{41C16589-DE6F-43FC-AA52-5561C42A971C}" type="pres">
      <dgm:prSet presAssocID="{4F84EA10-0D58-475F-8142-9CEC568E2BB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88EFE1D-1269-4301-99A6-7D18ACEB2A4C}" type="pres">
      <dgm:prSet presAssocID="{4F84EA10-0D58-475F-8142-9CEC568E2BB4}" presName="negativeSpace" presStyleCnt="0"/>
      <dgm:spPr/>
    </dgm:pt>
    <dgm:pt modelId="{66739B48-3963-499F-9700-9177D0364739}" type="pres">
      <dgm:prSet presAssocID="{4F84EA10-0D58-475F-8142-9CEC568E2BB4}" presName="childText" presStyleLbl="conFgAcc1" presStyleIdx="3" presStyleCnt="5">
        <dgm:presLayoutVars>
          <dgm:bulletEnabled val="1"/>
        </dgm:presLayoutVars>
      </dgm:prSet>
      <dgm:spPr/>
    </dgm:pt>
    <dgm:pt modelId="{1B187151-AEDA-493E-B1D6-09D77533E41D}" type="pres">
      <dgm:prSet presAssocID="{E40C5A5C-1A44-4291-A36F-2450EF5D103C}" presName="spaceBetweenRectangles" presStyleCnt="0"/>
      <dgm:spPr/>
    </dgm:pt>
    <dgm:pt modelId="{2454B764-E577-4760-8CCA-09E2AB576664}" type="pres">
      <dgm:prSet presAssocID="{7757393E-332C-449C-83DE-18225EE48C33}" presName="parentLin" presStyleCnt="0"/>
      <dgm:spPr/>
    </dgm:pt>
    <dgm:pt modelId="{5287228B-9378-40A0-9604-F887C8E2307A}" type="pres">
      <dgm:prSet presAssocID="{7757393E-332C-449C-83DE-18225EE48C33}" presName="parentLeftMargin" presStyleLbl="node1" presStyleIdx="3" presStyleCnt="5"/>
      <dgm:spPr/>
    </dgm:pt>
    <dgm:pt modelId="{428241CD-CBD1-4342-9974-07C50A71B1C5}" type="pres">
      <dgm:prSet presAssocID="{7757393E-332C-449C-83DE-18225EE48C3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CFA1FEA-8EE2-4462-A606-AFFC42D54AD8}" type="pres">
      <dgm:prSet presAssocID="{7757393E-332C-449C-83DE-18225EE48C33}" presName="negativeSpace" presStyleCnt="0"/>
      <dgm:spPr/>
    </dgm:pt>
    <dgm:pt modelId="{062E31D1-E7DB-44BD-92B9-E99D1E62B7BC}" type="pres">
      <dgm:prSet presAssocID="{7757393E-332C-449C-83DE-18225EE48C3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E17D90B-8084-4F47-A0A6-ED8163A959AF}" type="presOf" srcId="{BB55AD1E-1729-4255-8ED7-0D8B046584B1}" destId="{E463A457-ACDA-4B58-AB6E-A221494DC29F}" srcOrd="0" destOrd="0" presId="urn:microsoft.com/office/officeart/2005/8/layout/list1"/>
    <dgm:cxn modelId="{A5411915-DAA6-46C0-912E-04CFE39DBB76}" type="presOf" srcId="{E9FF497B-123E-444D-94DD-8EDF929F77ED}" destId="{66739B48-3963-499F-9700-9177D0364739}" srcOrd="0" destOrd="0" presId="urn:microsoft.com/office/officeart/2005/8/layout/list1"/>
    <dgm:cxn modelId="{AC4BDC15-A119-4F28-847A-D5A88CB5DC63}" type="presOf" srcId="{9FE03AB6-D021-4516-8F65-D464D43F1853}" destId="{062E31D1-E7DB-44BD-92B9-E99D1E62B7BC}" srcOrd="0" destOrd="0" presId="urn:microsoft.com/office/officeart/2005/8/layout/list1"/>
    <dgm:cxn modelId="{C1FC5B1D-C8A3-4FDC-BD15-B19BB1E9A118}" type="presOf" srcId="{D49B8776-157F-4BCA-BD89-BCFAF8F866BF}" destId="{DD0F3C33-EE60-4A36-98CC-BFE545C613A9}" srcOrd="0" destOrd="0" presId="urn:microsoft.com/office/officeart/2005/8/layout/list1"/>
    <dgm:cxn modelId="{0E0F4E34-BD16-4B0E-8F72-02D94942B838}" srcId="{BB55AD1E-1729-4255-8ED7-0D8B046584B1}" destId="{F0751A8E-B35F-4BD4-9EEF-B390B28FC731}" srcOrd="1" destOrd="0" parTransId="{00699034-C9D9-4385-AE8B-31156F92BB11}" sibTransId="{2B18FB70-8F6B-4477-8FB4-6ADFC0575012}"/>
    <dgm:cxn modelId="{50553D3D-9185-453A-BEEA-E5DF3C460139}" srcId="{BB55AD1E-1729-4255-8ED7-0D8B046584B1}" destId="{7757393E-332C-449C-83DE-18225EE48C33}" srcOrd="4" destOrd="0" parTransId="{B3EE97FF-55E9-480C-9C06-4B55FDCD605D}" sibTransId="{897776F4-5305-40F6-9D53-EF5E1D0A1352}"/>
    <dgm:cxn modelId="{A4E6955B-F316-43F6-8739-819BF89605D9}" srcId="{BB55AD1E-1729-4255-8ED7-0D8B046584B1}" destId="{675DF6B4-7573-49BD-867B-C78221252E12}" srcOrd="0" destOrd="0" parTransId="{33849D37-1FDD-447C-96CD-85B049F8A07E}" sibTransId="{D74BB6D2-E898-4BDA-B5F9-3E6234DA3316}"/>
    <dgm:cxn modelId="{0C6A4E42-E186-4C4B-8410-3B841C157C10}" srcId="{BB55AD1E-1729-4255-8ED7-0D8B046584B1}" destId="{5C585046-5E17-4720-A341-DE5DE538AA8E}" srcOrd="2" destOrd="0" parTransId="{4696D562-A297-4250-9C15-AE5065E9BC9E}" sibTransId="{F904F8E5-135A-4A6E-AAEA-969A60A59636}"/>
    <dgm:cxn modelId="{5D74E066-4AA9-4D27-BFD5-A2D7AB275F90}" srcId="{4F84EA10-0D58-475F-8142-9CEC568E2BB4}" destId="{E9FF497B-123E-444D-94DD-8EDF929F77ED}" srcOrd="0" destOrd="0" parTransId="{FE68CB08-ABD0-495D-ABB7-798FB3FB5324}" sibTransId="{3E247306-52D4-4D67-8E96-61DD07891940}"/>
    <dgm:cxn modelId="{EDBE546A-FBC9-4E79-AD6F-E43C90E5A4FD}" srcId="{7757393E-332C-449C-83DE-18225EE48C33}" destId="{9FE03AB6-D021-4516-8F65-D464D43F1853}" srcOrd="0" destOrd="0" parTransId="{738AA3D5-3624-421F-A810-42B47B0BBEED}" sibTransId="{58EB2BDA-914A-4D01-AA7C-BC34A7A62C29}"/>
    <dgm:cxn modelId="{2A12234C-AF8B-4982-BF85-2B4FD3A0EC0A}" type="presOf" srcId="{F0751A8E-B35F-4BD4-9EEF-B390B28FC731}" destId="{0315EB5F-D45F-4E9E-83FC-091F9B514472}" srcOrd="0" destOrd="0" presId="urn:microsoft.com/office/officeart/2005/8/layout/list1"/>
    <dgm:cxn modelId="{BE18274F-97D5-4843-A098-3ACE55F73431}" srcId="{BB55AD1E-1729-4255-8ED7-0D8B046584B1}" destId="{4F84EA10-0D58-475F-8142-9CEC568E2BB4}" srcOrd="3" destOrd="0" parTransId="{73F47BE9-7CEC-479F-B525-DE4629163DBF}" sibTransId="{E40C5A5C-1A44-4291-A36F-2450EF5D103C}"/>
    <dgm:cxn modelId="{26EB4950-11DB-42BF-B9AB-A77605109A8D}" srcId="{F0751A8E-B35F-4BD4-9EEF-B390B28FC731}" destId="{11A3D1B9-0447-4638-9556-09DE10F5D726}" srcOrd="0" destOrd="0" parTransId="{7AC6F7F3-2913-463F-8913-C86362C12AD6}" sibTransId="{6BA415B6-CD38-4C9C-B1A2-7FF93085F48A}"/>
    <dgm:cxn modelId="{F1EFFD72-E930-4905-87AA-B47642D1096C}" type="presOf" srcId="{7757393E-332C-449C-83DE-18225EE48C33}" destId="{428241CD-CBD1-4342-9974-07C50A71B1C5}" srcOrd="1" destOrd="0" presId="urn:microsoft.com/office/officeart/2005/8/layout/list1"/>
    <dgm:cxn modelId="{1DD68380-6CDC-497E-85C4-13DB57FA4CD7}" srcId="{675DF6B4-7573-49BD-867B-C78221252E12}" destId="{D49B8776-157F-4BCA-BD89-BCFAF8F866BF}" srcOrd="0" destOrd="0" parTransId="{010714F9-A20B-4B5F-81B1-DF5C6EC45A02}" sibTransId="{81A8BF8F-9FF8-4B56-8F19-FF002A1D7E8A}"/>
    <dgm:cxn modelId="{3235D784-3FB8-4EA7-8E1C-37506B8DBF3D}" type="presOf" srcId="{675DF6B4-7573-49BD-867B-C78221252E12}" destId="{1C473DDD-6699-4E24-A200-4B2E64621C53}" srcOrd="0" destOrd="0" presId="urn:microsoft.com/office/officeart/2005/8/layout/list1"/>
    <dgm:cxn modelId="{972F388B-C048-48FA-B2A4-124D02545ABE}" type="presOf" srcId="{7757393E-332C-449C-83DE-18225EE48C33}" destId="{5287228B-9378-40A0-9604-F887C8E2307A}" srcOrd="0" destOrd="0" presId="urn:microsoft.com/office/officeart/2005/8/layout/list1"/>
    <dgm:cxn modelId="{F596EF98-817F-4D99-B083-65661B5B20B9}" type="presOf" srcId="{4F84EA10-0D58-475F-8142-9CEC568E2BB4}" destId="{41C16589-DE6F-43FC-AA52-5561C42A971C}" srcOrd="1" destOrd="0" presId="urn:microsoft.com/office/officeart/2005/8/layout/list1"/>
    <dgm:cxn modelId="{E55F409A-EF5A-45C3-A9B1-73B2B8E2B696}" srcId="{5C585046-5E17-4720-A341-DE5DE538AA8E}" destId="{DC3F770E-2F82-493A-BA85-9030F98E7030}" srcOrd="0" destOrd="0" parTransId="{D26FD824-EA07-48C3-B88E-4CFEEE89DE5D}" sibTransId="{729DAF00-0B51-4CEC-B77E-BB78E0DEF082}"/>
    <dgm:cxn modelId="{68F05D9A-8396-4E0A-B8E9-4C374AA574C3}" type="presOf" srcId="{DC3F770E-2F82-493A-BA85-9030F98E7030}" destId="{727AB207-5C17-4D90-9B72-B6D7B0B39AB0}" srcOrd="0" destOrd="0" presId="urn:microsoft.com/office/officeart/2005/8/layout/list1"/>
    <dgm:cxn modelId="{3EB263A6-43EE-4918-937E-BA72E8F6851D}" type="presOf" srcId="{4F84EA10-0D58-475F-8142-9CEC568E2BB4}" destId="{5D728D2E-96E4-456F-A903-E1276250708E}" srcOrd="0" destOrd="0" presId="urn:microsoft.com/office/officeart/2005/8/layout/list1"/>
    <dgm:cxn modelId="{42CAEEBA-3747-4621-8EB3-D6AFD99CD7CA}" type="presOf" srcId="{5C585046-5E17-4720-A341-DE5DE538AA8E}" destId="{61338A36-3147-4351-880A-2C4BBAC00AFF}" srcOrd="1" destOrd="0" presId="urn:microsoft.com/office/officeart/2005/8/layout/list1"/>
    <dgm:cxn modelId="{ACCAF7C4-E9D8-4D3D-86F2-4383489A72AD}" type="presOf" srcId="{5C585046-5E17-4720-A341-DE5DE538AA8E}" destId="{CAA808CD-881D-4086-AD1C-084B98F64578}" srcOrd="0" destOrd="0" presId="urn:microsoft.com/office/officeart/2005/8/layout/list1"/>
    <dgm:cxn modelId="{AD92BAE3-9707-4B32-96CA-D0A5843D4BC3}" type="presOf" srcId="{11A3D1B9-0447-4638-9556-09DE10F5D726}" destId="{C5BC7700-4931-4664-9BA4-F26C0BD1C93C}" srcOrd="0" destOrd="0" presId="urn:microsoft.com/office/officeart/2005/8/layout/list1"/>
    <dgm:cxn modelId="{D72636EA-94DF-4A92-86E5-FE6DB07A31B5}" type="presOf" srcId="{675DF6B4-7573-49BD-867B-C78221252E12}" destId="{47A15A5A-73AB-458D-87C3-BA6260F3B615}" srcOrd="1" destOrd="0" presId="urn:microsoft.com/office/officeart/2005/8/layout/list1"/>
    <dgm:cxn modelId="{0F75ECF7-6BDA-4A44-A310-EB69B74AFB23}" type="presOf" srcId="{F0751A8E-B35F-4BD4-9EEF-B390B28FC731}" destId="{09D609AC-1F19-4132-8651-AF2CD2628268}" srcOrd="1" destOrd="0" presId="urn:microsoft.com/office/officeart/2005/8/layout/list1"/>
    <dgm:cxn modelId="{BC8C9072-F0B0-4BA3-B0FC-7209312AD344}" type="presParOf" srcId="{E463A457-ACDA-4B58-AB6E-A221494DC29F}" destId="{25D8A1A3-E191-4DE5-A54A-F7A650EFCE99}" srcOrd="0" destOrd="0" presId="urn:microsoft.com/office/officeart/2005/8/layout/list1"/>
    <dgm:cxn modelId="{EBE2FE7C-87C0-4F64-8E0E-1CFC25BB5073}" type="presParOf" srcId="{25D8A1A3-E191-4DE5-A54A-F7A650EFCE99}" destId="{1C473DDD-6699-4E24-A200-4B2E64621C53}" srcOrd="0" destOrd="0" presId="urn:microsoft.com/office/officeart/2005/8/layout/list1"/>
    <dgm:cxn modelId="{09AC3C75-6DBB-4E07-922B-B6773426D93F}" type="presParOf" srcId="{25D8A1A3-E191-4DE5-A54A-F7A650EFCE99}" destId="{47A15A5A-73AB-458D-87C3-BA6260F3B615}" srcOrd="1" destOrd="0" presId="urn:microsoft.com/office/officeart/2005/8/layout/list1"/>
    <dgm:cxn modelId="{88B36519-96A9-4141-9C06-3CE284265DFC}" type="presParOf" srcId="{E463A457-ACDA-4B58-AB6E-A221494DC29F}" destId="{30D3DB29-242F-4652-96F6-A87DB2124A8A}" srcOrd="1" destOrd="0" presId="urn:microsoft.com/office/officeart/2005/8/layout/list1"/>
    <dgm:cxn modelId="{5DA38162-C1F2-485E-B858-A6F9D8C5FA61}" type="presParOf" srcId="{E463A457-ACDA-4B58-AB6E-A221494DC29F}" destId="{DD0F3C33-EE60-4A36-98CC-BFE545C613A9}" srcOrd="2" destOrd="0" presId="urn:microsoft.com/office/officeart/2005/8/layout/list1"/>
    <dgm:cxn modelId="{545667EE-6770-452D-992A-D7D41CFCA896}" type="presParOf" srcId="{E463A457-ACDA-4B58-AB6E-A221494DC29F}" destId="{36D4960B-9C79-41FC-9236-675B9866A853}" srcOrd="3" destOrd="0" presId="urn:microsoft.com/office/officeart/2005/8/layout/list1"/>
    <dgm:cxn modelId="{8CDBEB6A-8588-413F-991D-9BF804CD3BCC}" type="presParOf" srcId="{E463A457-ACDA-4B58-AB6E-A221494DC29F}" destId="{38DE6039-9F48-4BAE-A2F4-812C6D98ECEF}" srcOrd="4" destOrd="0" presId="urn:microsoft.com/office/officeart/2005/8/layout/list1"/>
    <dgm:cxn modelId="{A4CC5C4F-1A08-4DD3-BC4B-9A2A36C317FE}" type="presParOf" srcId="{38DE6039-9F48-4BAE-A2F4-812C6D98ECEF}" destId="{0315EB5F-D45F-4E9E-83FC-091F9B514472}" srcOrd="0" destOrd="0" presId="urn:microsoft.com/office/officeart/2005/8/layout/list1"/>
    <dgm:cxn modelId="{4C540329-079E-493F-A297-F8758EB9CF98}" type="presParOf" srcId="{38DE6039-9F48-4BAE-A2F4-812C6D98ECEF}" destId="{09D609AC-1F19-4132-8651-AF2CD2628268}" srcOrd="1" destOrd="0" presId="urn:microsoft.com/office/officeart/2005/8/layout/list1"/>
    <dgm:cxn modelId="{3FF172D7-884F-41CF-9089-EFA2E632A380}" type="presParOf" srcId="{E463A457-ACDA-4B58-AB6E-A221494DC29F}" destId="{DA3B1A42-1BEB-47BE-92CD-1C671ED8A960}" srcOrd="5" destOrd="0" presId="urn:microsoft.com/office/officeart/2005/8/layout/list1"/>
    <dgm:cxn modelId="{65C8971E-1E89-4BB2-9639-DAEEAA91FB93}" type="presParOf" srcId="{E463A457-ACDA-4B58-AB6E-A221494DC29F}" destId="{C5BC7700-4931-4664-9BA4-F26C0BD1C93C}" srcOrd="6" destOrd="0" presId="urn:microsoft.com/office/officeart/2005/8/layout/list1"/>
    <dgm:cxn modelId="{B0562D51-AFB3-4EEF-96C6-C9B5141C8F75}" type="presParOf" srcId="{E463A457-ACDA-4B58-AB6E-A221494DC29F}" destId="{1C712ED2-B0E5-4494-8B20-8C1FFD25105C}" srcOrd="7" destOrd="0" presId="urn:microsoft.com/office/officeart/2005/8/layout/list1"/>
    <dgm:cxn modelId="{6DC50015-BDB9-470B-864B-946B7CCAE7FF}" type="presParOf" srcId="{E463A457-ACDA-4B58-AB6E-A221494DC29F}" destId="{155949D4-D5FF-4714-AF55-2FB261BCAE74}" srcOrd="8" destOrd="0" presId="urn:microsoft.com/office/officeart/2005/8/layout/list1"/>
    <dgm:cxn modelId="{32AAADA8-BB8A-432D-9706-82EBFEE75DBA}" type="presParOf" srcId="{155949D4-D5FF-4714-AF55-2FB261BCAE74}" destId="{CAA808CD-881D-4086-AD1C-084B98F64578}" srcOrd="0" destOrd="0" presId="urn:microsoft.com/office/officeart/2005/8/layout/list1"/>
    <dgm:cxn modelId="{3B9687BD-9008-47E9-BE09-A10DBED5B915}" type="presParOf" srcId="{155949D4-D5FF-4714-AF55-2FB261BCAE74}" destId="{61338A36-3147-4351-880A-2C4BBAC00AFF}" srcOrd="1" destOrd="0" presId="urn:microsoft.com/office/officeart/2005/8/layout/list1"/>
    <dgm:cxn modelId="{72DFC497-DD4D-414D-9A71-458E08AA457B}" type="presParOf" srcId="{E463A457-ACDA-4B58-AB6E-A221494DC29F}" destId="{96367808-EF1D-46DB-B6EF-E8562B1FBA93}" srcOrd="9" destOrd="0" presId="urn:microsoft.com/office/officeart/2005/8/layout/list1"/>
    <dgm:cxn modelId="{5C194844-19CC-43F6-80EE-B6E8413E46B6}" type="presParOf" srcId="{E463A457-ACDA-4B58-AB6E-A221494DC29F}" destId="{727AB207-5C17-4D90-9B72-B6D7B0B39AB0}" srcOrd="10" destOrd="0" presId="urn:microsoft.com/office/officeart/2005/8/layout/list1"/>
    <dgm:cxn modelId="{AB41D407-F2DC-4594-871B-ADFEAEE79BC5}" type="presParOf" srcId="{E463A457-ACDA-4B58-AB6E-A221494DC29F}" destId="{D72CCA8A-9ACD-4CE1-9558-63D0A29F77B4}" srcOrd="11" destOrd="0" presId="urn:microsoft.com/office/officeart/2005/8/layout/list1"/>
    <dgm:cxn modelId="{E5D7293D-12B3-456B-8976-45E3E6627FD6}" type="presParOf" srcId="{E463A457-ACDA-4B58-AB6E-A221494DC29F}" destId="{CE901C92-2743-4A21-B26F-30D5871F8B3F}" srcOrd="12" destOrd="0" presId="urn:microsoft.com/office/officeart/2005/8/layout/list1"/>
    <dgm:cxn modelId="{4197CE11-CD35-4092-ABC2-893A747489CC}" type="presParOf" srcId="{CE901C92-2743-4A21-B26F-30D5871F8B3F}" destId="{5D728D2E-96E4-456F-A903-E1276250708E}" srcOrd="0" destOrd="0" presId="urn:microsoft.com/office/officeart/2005/8/layout/list1"/>
    <dgm:cxn modelId="{95C3F5F6-1848-4D22-A4C2-5F1A838F8274}" type="presParOf" srcId="{CE901C92-2743-4A21-B26F-30D5871F8B3F}" destId="{41C16589-DE6F-43FC-AA52-5561C42A971C}" srcOrd="1" destOrd="0" presId="urn:microsoft.com/office/officeart/2005/8/layout/list1"/>
    <dgm:cxn modelId="{374E05D1-77F9-40A7-A0FF-E6A7AEDCD662}" type="presParOf" srcId="{E463A457-ACDA-4B58-AB6E-A221494DC29F}" destId="{E88EFE1D-1269-4301-99A6-7D18ACEB2A4C}" srcOrd="13" destOrd="0" presId="urn:microsoft.com/office/officeart/2005/8/layout/list1"/>
    <dgm:cxn modelId="{61505404-3DD3-4DB8-BBEF-B5879777FA39}" type="presParOf" srcId="{E463A457-ACDA-4B58-AB6E-A221494DC29F}" destId="{66739B48-3963-499F-9700-9177D0364739}" srcOrd="14" destOrd="0" presId="urn:microsoft.com/office/officeart/2005/8/layout/list1"/>
    <dgm:cxn modelId="{97CCC7C5-91FB-4273-9510-EC7AD994AAC5}" type="presParOf" srcId="{E463A457-ACDA-4B58-AB6E-A221494DC29F}" destId="{1B187151-AEDA-493E-B1D6-09D77533E41D}" srcOrd="15" destOrd="0" presId="urn:microsoft.com/office/officeart/2005/8/layout/list1"/>
    <dgm:cxn modelId="{B5F034EE-FAC5-4B92-80B2-2C8FC7C4851D}" type="presParOf" srcId="{E463A457-ACDA-4B58-AB6E-A221494DC29F}" destId="{2454B764-E577-4760-8CCA-09E2AB576664}" srcOrd="16" destOrd="0" presId="urn:microsoft.com/office/officeart/2005/8/layout/list1"/>
    <dgm:cxn modelId="{60EA45B1-4FCA-4C4F-9B7A-9465D8303E98}" type="presParOf" srcId="{2454B764-E577-4760-8CCA-09E2AB576664}" destId="{5287228B-9378-40A0-9604-F887C8E2307A}" srcOrd="0" destOrd="0" presId="urn:microsoft.com/office/officeart/2005/8/layout/list1"/>
    <dgm:cxn modelId="{374436E1-26CB-4DF7-8F1B-72E04D0097AA}" type="presParOf" srcId="{2454B764-E577-4760-8CCA-09E2AB576664}" destId="{428241CD-CBD1-4342-9974-07C50A71B1C5}" srcOrd="1" destOrd="0" presId="urn:microsoft.com/office/officeart/2005/8/layout/list1"/>
    <dgm:cxn modelId="{D36EBCFF-30A4-4AF7-9A1B-484A908AC2E1}" type="presParOf" srcId="{E463A457-ACDA-4B58-AB6E-A221494DC29F}" destId="{2CFA1FEA-8EE2-4462-A606-AFFC42D54AD8}" srcOrd="17" destOrd="0" presId="urn:microsoft.com/office/officeart/2005/8/layout/list1"/>
    <dgm:cxn modelId="{E4365657-1555-4682-AA28-4F14AD064E06}" type="presParOf" srcId="{E463A457-ACDA-4B58-AB6E-A221494DC29F}" destId="{062E31D1-E7DB-44BD-92B9-E99D1E62B7B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B7979C-6BA4-4BA2-AE47-B4CAE16E23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E788B0-FEEC-4BEA-BA2D-2CB2974FC889}">
      <dgm:prSet/>
      <dgm:spPr/>
      <dgm:t>
        <a:bodyPr/>
        <a:lstStyle/>
        <a:p>
          <a:r>
            <a:rPr lang="fr-FR"/>
            <a:t>Country, Year, Granularity vont servir à faire des jointures pour croiser les données</a:t>
          </a:r>
          <a:endParaRPr lang="en-US"/>
        </a:p>
      </dgm:t>
    </dgm:pt>
    <dgm:pt modelId="{9E5D6A6C-6BE0-43B4-B968-D272E3B2FFFA}" type="parTrans" cxnId="{D2572B3C-6A61-4AB4-9D97-D7D8062A4772}">
      <dgm:prSet/>
      <dgm:spPr/>
      <dgm:t>
        <a:bodyPr/>
        <a:lstStyle/>
        <a:p>
          <a:endParaRPr lang="en-US"/>
        </a:p>
      </dgm:t>
    </dgm:pt>
    <dgm:pt modelId="{E18312D7-BBAC-4295-87EF-16571081404E}" type="sibTrans" cxnId="{D2572B3C-6A61-4AB4-9D97-D7D8062A4772}">
      <dgm:prSet/>
      <dgm:spPr/>
      <dgm:t>
        <a:bodyPr/>
        <a:lstStyle/>
        <a:p>
          <a:endParaRPr lang="en-US"/>
        </a:p>
      </dgm:t>
    </dgm:pt>
    <dgm:pt modelId="{C098A6F3-3631-43B5-B69C-7BD3CBFF7D8F}">
      <dgm:prSet/>
      <dgm:spPr/>
      <dgm:t>
        <a:bodyPr/>
        <a:lstStyle/>
        <a:p>
          <a:r>
            <a:rPr lang="fr-FR" dirty="0"/>
            <a:t>Ces colonnes changent selon les fichiers et il peut manquer des données</a:t>
          </a:r>
          <a:endParaRPr lang="en-US" dirty="0"/>
        </a:p>
      </dgm:t>
    </dgm:pt>
    <dgm:pt modelId="{B9BD6086-4B8D-4D09-BCAA-C3C3310A37E7}" type="parTrans" cxnId="{2EE4DE60-4D54-4CC9-A6D8-9698E0443763}">
      <dgm:prSet/>
      <dgm:spPr/>
      <dgm:t>
        <a:bodyPr/>
        <a:lstStyle/>
        <a:p>
          <a:endParaRPr lang="en-US"/>
        </a:p>
      </dgm:t>
    </dgm:pt>
    <dgm:pt modelId="{2568EABF-1318-40F6-A87D-D439D3C793BD}" type="sibTrans" cxnId="{2EE4DE60-4D54-4CC9-A6D8-9698E0443763}">
      <dgm:prSet/>
      <dgm:spPr/>
      <dgm:t>
        <a:bodyPr/>
        <a:lstStyle/>
        <a:p>
          <a:endParaRPr lang="en-US"/>
        </a:p>
      </dgm:t>
    </dgm:pt>
    <dgm:pt modelId="{069AF5E7-AEA8-4A4D-A54A-D4D701E9FCF9}">
      <dgm:prSet/>
      <dgm:spPr/>
      <dgm:t>
        <a:bodyPr/>
        <a:lstStyle/>
        <a:p>
          <a:r>
            <a:rPr lang="fr-FR" dirty="0"/>
            <a:t>Pas les mêmes pays dans chaque fichier</a:t>
          </a:r>
          <a:endParaRPr lang="en-US" dirty="0"/>
        </a:p>
      </dgm:t>
    </dgm:pt>
    <dgm:pt modelId="{0DDF6F23-2C3E-4C68-AD30-ECD5FB147E4D}" type="parTrans" cxnId="{F158DC21-6F8D-4F56-88C5-69C27EB00E88}">
      <dgm:prSet/>
      <dgm:spPr/>
      <dgm:t>
        <a:bodyPr/>
        <a:lstStyle/>
        <a:p>
          <a:endParaRPr lang="en-US"/>
        </a:p>
      </dgm:t>
    </dgm:pt>
    <dgm:pt modelId="{3FF32D3F-85C7-4ECB-BF75-18176656447A}" type="sibTrans" cxnId="{F158DC21-6F8D-4F56-88C5-69C27EB00E88}">
      <dgm:prSet/>
      <dgm:spPr/>
      <dgm:t>
        <a:bodyPr/>
        <a:lstStyle/>
        <a:p>
          <a:endParaRPr lang="en-US"/>
        </a:p>
      </dgm:t>
    </dgm:pt>
    <dgm:pt modelId="{168CF257-75E8-47DA-9AC3-B1185F64CCC8}">
      <dgm:prSet/>
      <dgm:spPr/>
      <dgm:t>
        <a:bodyPr/>
        <a:lstStyle/>
        <a:p>
          <a:r>
            <a:rPr lang="fr-FR" dirty="0"/>
            <a:t>Certains fichiers n’ont qu’une année, d’autres un trou sur l’année 2001</a:t>
          </a:r>
          <a:endParaRPr lang="en-US" dirty="0"/>
        </a:p>
      </dgm:t>
    </dgm:pt>
    <dgm:pt modelId="{3B580902-467E-43B6-8A24-A4D85C341790}" type="parTrans" cxnId="{3CDF1D52-BE70-4929-9AB8-0A9907179C26}">
      <dgm:prSet/>
      <dgm:spPr/>
      <dgm:t>
        <a:bodyPr/>
        <a:lstStyle/>
        <a:p>
          <a:endParaRPr lang="en-US"/>
        </a:p>
      </dgm:t>
    </dgm:pt>
    <dgm:pt modelId="{5692E0D2-7E7D-46B4-BA41-14DD17E2F79F}" type="sibTrans" cxnId="{3CDF1D52-BE70-4929-9AB8-0A9907179C26}">
      <dgm:prSet/>
      <dgm:spPr/>
      <dgm:t>
        <a:bodyPr/>
        <a:lstStyle/>
        <a:p>
          <a:endParaRPr lang="en-US"/>
        </a:p>
      </dgm:t>
    </dgm:pt>
    <dgm:pt modelId="{59AE861B-DD5C-44BC-8C92-A2238282A3F9}">
      <dgm:prSet/>
      <dgm:spPr/>
      <dgm:t>
        <a:bodyPr/>
        <a:lstStyle/>
        <a:p>
          <a:r>
            <a:rPr lang="fr-FR" dirty="0" err="1"/>
            <a:t>Granularity</a:t>
          </a:r>
          <a:r>
            <a:rPr lang="fr-FR" dirty="0"/>
            <a:t> n’est pas la même partout : Rural / Urban / </a:t>
          </a:r>
          <a:r>
            <a:rPr lang="fr-FR" dirty="0" err="1"/>
            <a:t>Female</a:t>
          </a:r>
          <a:r>
            <a:rPr lang="fr-FR" dirty="0"/>
            <a:t> / Male / Total</a:t>
          </a:r>
          <a:endParaRPr lang="en-US" dirty="0"/>
        </a:p>
      </dgm:t>
    </dgm:pt>
    <dgm:pt modelId="{F63ABDDA-B737-4D51-B6A4-3B278DF0C887}" type="parTrans" cxnId="{C2D97033-E5E0-4566-97F5-72D8B25E1262}">
      <dgm:prSet/>
      <dgm:spPr/>
      <dgm:t>
        <a:bodyPr/>
        <a:lstStyle/>
        <a:p>
          <a:endParaRPr lang="en-US"/>
        </a:p>
      </dgm:t>
    </dgm:pt>
    <dgm:pt modelId="{AEEB98CB-D98C-41CC-884E-533D8D5B468E}" type="sibTrans" cxnId="{C2D97033-E5E0-4566-97F5-72D8B25E1262}">
      <dgm:prSet/>
      <dgm:spPr/>
      <dgm:t>
        <a:bodyPr/>
        <a:lstStyle/>
        <a:p>
          <a:endParaRPr lang="en-US"/>
        </a:p>
      </dgm:t>
    </dgm:pt>
    <dgm:pt modelId="{F3900A42-CD22-4265-BD22-652FB7A214C5}">
      <dgm:prSet/>
      <dgm:spPr/>
      <dgm:t>
        <a:bodyPr/>
        <a:lstStyle/>
        <a:p>
          <a:r>
            <a:rPr lang="en-US" dirty="0" err="1"/>
            <a:t>Certains</a:t>
          </a:r>
          <a:r>
            <a:rPr lang="en-US" dirty="0"/>
            <a:t> Pays ne </a:t>
          </a:r>
          <a:r>
            <a:rPr lang="en-US" dirty="0" err="1"/>
            <a:t>sont</a:t>
          </a:r>
          <a:r>
            <a:rPr lang="en-US" dirty="0"/>
            <a:t> pas dans le </a:t>
          </a:r>
          <a:r>
            <a:rPr lang="en-US" dirty="0" err="1"/>
            <a:t>fichier</a:t>
          </a:r>
          <a:r>
            <a:rPr lang="en-US" dirty="0"/>
            <a:t> </a:t>
          </a:r>
          <a:r>
            <a:rPr lang="en-US" dirty="0" err="1"/>
            <a:t>RegionCountry</a:t>
          </a:r>
          <a:endParaRPr lang="en-US" dirty="0"/>
        </a:p>
      </dgm:t>
    </dgm:pt>
    <dgm:pt modelId="{C06B3B17-EB99-45CC-8449-9AA59FE504D8}" type="parTrans" cxnId="{70FC762C-04EE-4B9B-A3C7-CC441947EAA4}">
      <dgm:prSet/>
      <dgm:spPr/>
      <dgm:t>
        <a:bodyPr/>
        <a:lstStyle/>
        <a:p>
          <a:endParaRPr lang="fr-FR"/>
        </a:p>
      </dgm:t>
    </dgm:pt>
    <dgm:pt modelId="{A0AE1B16-77FA-465E-BE11-0737E61509ED}" type="sibTrans" cxnId="{70FC762C-04EE-4B9B-A3C7-CC441947EAA4}">
      <dgm:prSet/>
      <dgm:spPr/>
      <dgm:t>
        <a:bodyPr/>
        <a:lstStyle/>
        <a:p>
          <a:endParaRPr lang="fr-FR"/>
        </a:p>
      </dgm:t>
    </dgm:pt>
    <dgm:pt modelId="{6AA4D3ED-B4DF-47AD-A1AB-3425FF7C1660}" type="pres">
      <dgm:prSet presAssocID="{CDB7979C-6BA4-4BA2-AE47-B4CAE16E2325}" presName="linear" presStyleCnt="0">
        <dgm:presLayoutVars>
          <dgm:animLvl val="lvl"/>
          <dgm:resizeHandles val="exact"/>
        </dgm:presLayoutVars>
      </dgm:prSet>
      <dgm:spPr/>
    </dgm:pt>
    <dgm:pt modelId="{6314E03D-B730-4FA8-B6F2-E0D6F87EA11A}" type="pres">
      <dgm:prSet presAssocID="{35E788B0-FEEC-4BEA-BA2D-2CB2974FC88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406C36-39AC-4077-8F6F-737D0E8E79A3}" type="pres">
      <dgm:prSet presAssocID="{E18312D7-BBAC-4295-87EF-16571081404E}" presName="spacer" presStyleCnt="0"/>
      <dgm:spPr/>
    </dgm:pt>
    <dgm:pt modelId="{5D64B090-696E-46F4-A577-8768733A894B}" type="pres">
      <dgm:prSet presAssocID="{C098A6F3-3631-43B5-B69C-7BD3CBFF7D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61B864-8C56-44B5-8955-0650BA4AE8AD}" type="pres">
      <dgm:prSet presAssocID="{C098A6F3-3631-43B5-B69C-7BD3CBFF7D8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F266E19-88EE-48C3-8C52-032C55900D63}" type="presOf" srcId="{C098A6F3-3631-43B5-B69C-7BD3CBFF7D8F}" destId="{5D64B090-696E-46F4-A577-8768733A894B}" srcOrd="0" destOrd="0" presId="urn:microsoft.com/office/officeart/2005/8/layout/vList2"/>
    <dgm:cxn modelId="{F158DC21-6F8D-4F56-88C5-69C27EB00E88}" srcId="{C098A6F3-3631-43B5-B69C-7BD3CBFF7D8F}" destId="{069AF5E7-AEA8-4A4D-A54A-D4D701E9FCF9}" srcOrd="0" destOrd="0" parTransId="{0DDF6F23-2C3E-4C68-AD30-ECD5FB147E4D}" sibTransId="{3FF32D3F-85C7-4ECB-BF75-18176656447A}"/>
    <dgm:cxn modelId="{2A20032C-51B3-4982-B6BB-EB7C94B1F1C0}" type="presOf" srcId="{CDB7979C-6BA4-4BA2-AE47-B4CAE16E2325}" destId="{6AA4D3ED-B4DF-47AD-A1AB-3425FF7C1660}" srcOrd="0" destOrd="0" presId="urn:microsoft.com/office/officeart/2005/8/layout/vList2"/>
    <dgm:cxn modelId="{70FC762C-04EE-4B9B-A3C7-CC441947EAA4}" srcId="{C098A6F3-3631-43B5-B69C-7BD3CBFF7D8F}" destId="{F3900A42-CD22-4265-BD22-652FB7A214C5}" srcOrd="3" destOrd="0" parTransId="{C06B3B17-EB99-45CC-8449-9AA59FE504D8}" sibTransId="{A0AE1B16-77FA-465E-BE11-0737E61509ED}"/>
    <dgm:cxn modelId="{FB1E9B32-772C-40BB-A0E2-2B913C1A7073}" type="presOf" srcId="{59AE861B-DD5C-44BC-8C92-A2238282A3F9}" destId="{2561B864-8C56-44B5-8955-0650BA4AE8AD}" srcOrd="0" destOrd="2" presId="urn:microsoft.com/office/officeart/2005/8/layout/vList2"/>
    <dgm:cxn modelId="{C2D97033-E5E0-4566-97F5-72D8B25E1262}" srcId="{C098A6F3-3631-43B5-B69C-7BD3CBFF7D8F}" destId="{59AE861B-DD5C-44BC-8C92-A2238282A3F9}" srcOrd="2" destOrd="0" parTransId="{F63ABDDA-B737-4D51-B6A4-3B278DF0C887}" sibTransId="{AEEB98CB-D98C-41CC-884E-533D8D5B468E}"/>
    <dgm:cxn modelId="{D2572B3C-6A61-4AB4-9D97-D7D8062A4772}" srcId="{CDB7979C-6BA4-4BA2-AE47-B4CAE16E2325}" destId="{35E788B0-FEEC-4BEA-BA2D-2CB2974FC889}" srcOrd="0" destOrd="0" parTransId="{9E5D6A6C-6BE0-43B4-B968-D272E3B2FFFA}" sibTransId="{E18312D7-BBAC-4295-87EF-16571081404E}"/>
    <dgm:cxn modelId="{2EE4DE60-4D54-4CC9-A6D8-9698E0443763}" srcId="{CDB7979C-6BA4-4BA2-AE47-B4CAE16E2325}" destId="{C098A6F3-3631-43B5-B69C-7BD3CBFF7D8F}" srcOrd="1" destOrd="0" parTransId="{B9BD6086-4B8D-4D09-BCAA-C3C3310A37E7}" sibTransId="{2568EABF-1318-40F6-A87D-D439D3C793BD}"/>
    <dgm:cxn modelId="{3CDF1D52-BE70-4929-9AB8-0A9907179C26}" srcId="{C098A6F3-3631-43B5-B69C-7BD3CBFF7D8F}" destId="{168CF257-75E8-47DA-9AC3-B1185F64CCC8}" srcOrd="1" destOrd="0" parTransId="{3B580902-467E-43B6-8A24-A4D85C341790}" sibTransId="{5692E0D2-7E7D-46B4-BA41-14DD17E2F79F}"/>
    <dgm:cxn modelId="{2F667F53-DCED-4D7C-BE4B-6BED49C326EB}" type="presOf" srcId="{069AF5E7-AEA8-4A4D-A54A-D4D701E9FCF9}" destId="{2561B864-8C56-44B5-8955-0650BA4AE8AD}" srcOrd="0" destOrd="0" presId="urn:microsoft.com/office/officeart/2005/8/layout/vList2"/>
    <dgm:cxn modelId="{E69E5BCB-1491-4291-BD02-EEF1AB6F98DB}" type="presOf" srcId="{35E788B0-FEEC-4BEA-BA2D-2CB2974FC889}" destId="{6314E03D-B730-4FA8-B6F2-E0D6F87EA11A}" srcOrd="0" destOrd="0" presId="urn:microsoft.com/office/officeart/2005/8/layout/vList2"/>
    <dgm:cxn modelId="{D682E7DD-93B8-4A23-AD13-D2EF692346D7}" type="presOf" srcId="{F3900A42-CD22-4265-BD22-652FB7A214C5}" destId="{2561B864-8C56-44B5-8955-0650BA4AE8AD}" srcOrd="0" destOrd="3" presId="urn:microsoft.com/office/officeart/2005/8/layout/vList2"/>
    <dgm:cxn modelId="{325574F2-DB90-4E3C-8041-3B769FCB7F53}" type="presOf" srcId="{168CF257-75E8-47DA-9AC3-B1185F64CCC8}" destId="{2561B864-8C56-44B5-8955-0650BA4AE8AD}" srcOrd="0" destOrd="1" presId="urn:microsoft.com/office/officeart/2005/8/layout/vList2"/>
    <dgm:cxn modelId="{47DA9767-2BD9-465E-BF42-102B54ACE478}" type="presParOf" srcId="{6AA4D3ED-B4DF-47AD-A1AB-3425FF7C1660}" destId="{6314E03D-B730-4FA8-B6F2-E0D6F87EA11A}" srcOrd="0" destOrd="0" presId="urn:microsoft.com/office/officeart/2005/8/layout/vList2"/>
    <dgm:cxn modelId="{2313F6BD-D24A-4F90-85DF-A1C73BFD5F94}" type="presParOf" srcId="{6AA4D3ED-B4DF-47AD-A1AB-3425FF7C1660}" destId="{B2406C36-39AC-4077-8F6F-737D0E8E79A3}" srcOrd="1" destOrd="0" presId="urn:microsoft.com/office/officeart/2005/8/layout/vList2"/>
    <dgm:cxn modelId="{096565C3-8A97-4A59-A99F-5A2BF3C1D2BE}" type="presParOf" srcId="{6AA4D3ED-B4DF-47AD-A1AB-3425FF7C1660}" destId="{5D64B090-696E-46F4-A577-8768733A894B}" srcOrd="2" destOrd="0" presId="urn:microsoft.com/office/officeart/2005/8/layout/vList2"/>
    <dgm:cxn modelId="{A9321E02-8452-4ACF-8E14-E01566D956B2}" type="presParOf" srcId="{6AA4D3ED-B4DF-47AD-A1AB-3425FF7C1660}" destId="{2561B864-8C56-44B5-8955-0650BA4AE8A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CE159-C536-4230-9F2C-42F52E13186B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Contexte</a:t>
          </a:r>
          <a:endParaRPr lang="en-US" sz="3200" kern="1200"/>
        </a:p>
      </dsp:txBody>
      <dsp:txXfrm>
        <a:off x="38381" y="64129"/>
        <a:ext cx="10438838" cy="709478"/>
      </dsp:txXfrm>
    </dsp:sp>
    <dsp:sp modelId="{6D4D9D25-449B-4095-BECC-7CAF7383E25F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Blue print</a:t>
          </a:r>
          <a:endParaRPr lang="en-US" sz="3200" kern="1200"/>
        </a:p>
      </dsp:txBody>
      <dsp:txXfrm>
        <a:off x="38381" y="942529"/>
        <a:ext cx="10438838" cy="709478"/>
      </dsp:txXfrm>
    </dsp:sp>
    <dsp:sp modelId="{4FB8A061-EC88-48E1-B83E-CE60A3CB6D3F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Données</a:t>
          </a:r>
          <a:endParaRPr lang="en-US" sz="3200" kern="1200"/>
        </a:p>
      </dsp:txBody>
      <dsp:txXfrm>
        <a:off x="38381" y="1820930"/>
        <a:ext cx="10438838" cy="709478"/>
      </dsp:txXfrm>
    </dsp:sp>
    <dsp:sp modelId="{7F359085-03BD-476F-BE4E-745D2D0BAD2A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Traitement</a:t>
          </a:r>
          <a:endParaRPr lang="en-US" sz="3200" kern="1200"/>
        </a:p>
      </dsp:txBody>
      <dsp:txXfrm>
        <a:off x="38381" y="2699330"/>
        <a:ext cx="10438838" cy="709478"/>
      </dsp:txXfrm>
    </dsp:sp>
    <dsp:sp modelId="{2DB52448-E1FA-4653-B7FE-1E3A0D99F9EF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Visualisation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C47DE-B6FC-40A9-8F0E-814494E447B7}">
      <dsp:nvSpPr>
        <dsp:cNvPr id="0" name=""/>
        <dsp:cNvSpPr/>
      </dsp:nvSpPr>
      <dsp:spPr>
        <a:xfrm>
          <a:off x="5463914" y="1760944"/>
          <a:ext cx="3865759" cy="670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458"/>
              </a:lnTo>
              <a:lnTo>
                <a:pt x="3865759" y="335458"/>
              </a:lnTo>
              <a:lnTo>
                <a:pt x="3865759" y="6709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0A68B-AF13-4A8E-B9DB-E7F11110A5C9}">
      <dsp:nvSpPr>
        <dsp:cNvPr id="0" name=""/>
        <dsp:cNvSpPr/>
      </dsp:nvSpPr>
      <dsp:spPr>
        <a:xfrm>
          <a:off x="5418194" y="1760944"/>
          <a:ext cx="91440" cy="670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09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2E679-56BA-48FB-9CE0-6757F77F08FC}">
      <dsp:nvSpPr>
        <dsp:cNvPr id="0" name=""/>
        <dsp:cNvSpPr/>
      </dsp:nvSpPr>
      <dsp:spPr>
        <a:xfrm>
          <a:off x="1598154" y="1760944"/>
          <a:ext cx="3865759" cy="670916"/>
        </a:xfrm>
        <a:custGeom>
          <a:avLst/>
          <a:gdLst/>
          <a:ahLst/>
          <a:cxnLst/>
          <a:rect l="0" t="0" r="0" b="0"/>
          <a:pathLst>
            <a:path>
              <a:moveTo>
                <a:pt x="3865759" y="0"/>
              </a:moveTo>
              <a:lnTo>
                <a:pt x="3865759" y="335458"/>
              </a:lnTo>
              <a:lnTo>
                <a:pt x="0" y="335458"/>
              </a:lnTo>
              <a:lnTo>
                <a:pt x="0" y="6709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4F56B-BD4E-4361-9621-EFAAF9B6589C}">
      <dsp:nvSpPr>
        <dsp:cNvPr id="0" name=""/>
        <dsp:cNvSpPr/>
      </dsp:nvSpPr>
      <dsp:spPr>
        <a:xfrm>
          <a:off x="733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Ambition de l’ONG DWFA (Drinking Water For All) : donner accès à l’eau potable pour tout le monde</a:t>
          </a:r>
          <a:endParaRPr lang="en-US" sz="1700" kern="1200"/>
        </a:p>
      </dsp:txBody>
      <dsp:txXfrm>
        <a:off x="733" y="163522"/>
        <a:ext cx="3194842" cy="1597421"/>
      </dsp:txXfrm>
    </dsp:sp>
    <dsp:sp modelId="{8B2DEAEE-4233-466D-966F-99A1DAEFD372}">
      <dsp:nvSpPr>
        <dsp:cNvPr id="0" name=""/>
        <dsp:cNvSpPr/>
      </dsp:nvSpPr>
      <dsp:spPr>
        <a:xfrm>
          <a:off x="3866493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Demande de financement pour investir dans un pays indéterminé dans un de ces 3 domaines d’expertise :</a:t>
          </a:r>
          <a:endParaRPr lang="en-US" sz="1700" kern="1200"/>
        </a:p>
      </dsp:txBody>
      <dsp:txXfrm>
        <a:off x="3866493" y="163522"/>
        <a:ext cx="3194842" cy="1597421"/>
      </dsp:txXfrm>
    </dsp:sp>
    <dsp:sp modelId="{D4207C7C-6D35-4B41-B002-E63D2B69D73C}">
      <dsp:nvSpPr>
        <dsp:cNvPr id="0" name=""/>
        <dsp:cNvSpPr/>
      </dsp:nvSpPr>
      <dsp:spPr>
        <a:xfrm>
          <a:off x="733" y="2431860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Création de services d’accès à l’eau potable</a:t>
          </a:r>
          <a:endParaRPr lang="en-US" sz="1700" kern="1200"/>
        </a:p>
      </dsp:txBody>
      <dsp:txXfrm>
        <a:off x="733" y="2431860"/>
        <a:ext cx="3194842" cy="1597421"/>
      </dsp:txXfrm>
    </dsp:sp>
    <dsp:sp modelId="{AAF6E766-223C-4676-80CF-82567B4AA14D}">
      <dsp:nvSpPr>
        <dsp:cNvPr id="0" name=""/>
        <dsp:cNvSpPr/>
      </dsp:nvSpPr>
      <dsp:spPr>
        <a:xfrm>
          <a:off x="3866493" y="2431860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Modernisation de services d’accès à l’eau déjà existants</a:t>
          </a:r>
          <a:endParaRPr lang="en-US" sz="1700" kern="1200"/>
        </a:p>
      </dsp:txBody>
      <dsp:txXfrm>
        <a:off x="3866493" y="2431860"/>
        <a:ext cx="3194842" cy="1597421"/>
      </dsp:txXfrm>
    </dsp:sp>
    <dsp:sp modelId="{820C7421-D873-4414-A8FF-6D2D811F993A}">
      <dsp:nvSpPr>
        <dsp:cNvPr id="0" name=""/>
        <dsp:cNvSpPr/>
      </dsp:nvSpPr>
      <dsp:spPr>
        <a:xfrm>
          <a:off x="7732252" y="2431860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Consulting auprès d’administrations/gouvernements à propos des politiques d’accès à l’eau</a:t>
          </a:r>
          <a:endParaRPr lang="en-US" sz="1700" kern="1200"/>
        </a:p>
      </dsp:txBody>
      <dsp:txXfrm>
        <a:off x="7732252" y="2431860"/>
        <a:ext cx="3194842" cy="1597421"/>
      </dsp:txXfrm>
    </dsp:sp>
    <dsp:sp modelId="{F59F9B17-9103-4C34-8A2B-4EA42EC15456}">
      <dsp:nvSpPr>
        <dsp:cNvPr id="0" name=""/>
        <dsp:cNvSpPr/>
      </dsp:nvSpPr>
      <dsp:spPr>
        <a:xfrm>
          <a:off x="7732252" y="163522"/>
          <a:ext cx="3194842" cy="1597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Besoin d’un tableau de bord pour identifier où concentrer nos efforts</a:t>
          </a:r>
          <a:endParaRPr lang="en-US" sz="1700" kern="1200"/>
        </a:p>
      </dsp:txBody>
      <dsp:txXfrm>
        <a:off x="7732252" y="163522"/>
        <a:ext cx="3194842" cy="1597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F3C33-EE60-4A36-98CC-BFE545C613A9}">
      <dsp:nvSpPr>
        <dsp:cNvPr id="0" name=""/>
        <dsp:cNvSpPr/>
      </dsp:nvSpPr>
      <dsp:spPr>
        <a:xfrm>
          <a:off x="0" y="226134"/>
          <a:ext cx="1051560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highlight>
                <a:srgbClr val="FFFF00"/>
              </a:highlight>
            </a:rPr>
            <a:t>Country, </a:t>
          </a:r>
          <a:r>
            <a:rPr lang="fr-FR" sz="1400" kern="1200" dirty="0" err="1">
              <a:highlight>
                <a:srgbClr val="FFFF00"/>
              </a:highlight>
            </a:rPr>
            <a:t>Year</a:t>
          </a:r>
          <a:r>
            <a:rPr lang="fr-FR" sz="1400" kern="1200" dirty="0">
              <a:highlight>
                <a:srgbClr val="FFFF00"/>
              </a:highlight>
            </a:rPr>
            <a:t>, </a:t>
          </a:r>
          <a:r>
            <a:rPr lang="fr-FR" sz="1400" kern="1200" dirty="0" err="1">
              <a:highlight>
                <a:srgbClr val="FFFF00"/>
              </a:highlight>
            </a:rPr>
            <a:t>Granularity</a:t>
          </a:r>
          <a:r>
            <a:rPr lang="fr-FR" sz="1400" kern="1200" dirty="0"/>
            <a:t>, Basic %, </a:t>
          </a:r>
          <a:r>
            <a:rPr lang="fr-FR" sz="1400" kern="1200" dirty="0" err="1"/>
            <a:t>Managed</a:t>
          </a:r>
          <a:r>
            <a:rPr lang="fr-FR" sz="1400" kern="1200" dirty="0"/>
            <a:t> %</a:t>
          </a:r>
          <a:endParaRPr lang="en-US" sz="1400" kern="1200" dirty="0"/>
        </a:p>
      </dsp:txBody>
      <dsp:txXfrm>
        <a:off x="0" y="226134"/>
        <a:ext cx="10515600" cy="595350"/>
      </dsp:txXfrm>
    </dsp:sp>
    <dsp:sp modelId="{47A15A5A-73AB-458D-87C3-BA6260F3B615}">
      <dsp:nvSpPr>
        <dsp:cNvPr id="0" name=""/>
        <dsp:cNvSpPr/>
      </dsp:nvSpPr>
      <dsp:spPr>
        <a:xfrm>
          <a:off x="525780" y="19494"/>
          <a:ext cx="736092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BasicAndSafelyManagedDrinkingWaterServices</a:t>
          </a:r>
          <a:endParaRPr lang="en-US" sz="1400" kern="1200"/>
        </a:p>
      </dsp:txBody>
      <dsp:txXfrm>
        <a:off x="545955" y="39669"/>
        <a:ext cx="7320570" cy="372930"/>
      </dsp:txXfrm>
    </dsp:sp>
    <dsp:sp modelId="{C5BC7700-4931-4664-9BA4-F26C0BD1C93C}">
      <dsp:nvSpPr>
        <dsp:cNvPr id="0" name=""/>
        <dsp:cNvSpPr/>
      </dsp:nvSpPr>
      <dsp:spPr>
        <a:xfrm>
          <a:off x="0" y="1103724"/>
          <a:ext cx="1051560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highlight>
                <a:srgbClr val="FFFF00"/>
              </a:highlight>
            </a:rPr>
            <a:t>Country, </a:t>
          </a:r>
          <a:r>
            <a:rPr lang="fr-FR" sz="1400" kern="1200" dirty="0" err="1">
              <a:highlight>
                <a:srgbClr val="FFFF00"/>
              </a:highlight>
            </a:rPr>
            <a:t>Year</a:t>
          </a:r>
          <a:r>
            <a:rPr lang="fr-FR" sz="1400" kern="1200" dirty="0">
              <a:highlight>
                <a:srgbClr val="FFFF00"/>
              </a:highlight>
            </a:rPr>
            <a:t>, </a:t>
          </a:r>
          <a:r>
            <a:rPr lang="fr-FR" sz="1400" kern="1200" dirty="0" err="1">
              <a:highlight>
                <a:srgbClr val="FFFF00"/>
              </a:highlight>
            </a:rPr>
            <a:t>Granularity</a:t>
          </a:r>
          <a:r>
            <a:rPr lang="fr-FR" sz="1400" kern="1200" dirty="0"/>
            <a:t>, </a:t>
          </a:r>
          <a:r>
            <a:rPr lang="fr-FR" sz="1400" kern="1200" dirty="0" err="1"/>
            <a:t>Mortality</a:t>
          </a:r>
          <a:r>
            <a:rPr lang="fr-FR" sz="1400" kern="1200" dirty="0"/>
            <a:t> rate, </a:t>
          </a:r>
          <a:r>
            <a:rPr lang="fr-FR" sz="1400" kern="1200" dirty="0" err="1"/>
            <a:t>Deaths</a:t>
          </a:r>
          <a:endParaRPr lang="en-US" sz="1400" kern="1200" dirty="0"/>
        </a:p>
      </dsp:txBody>
      <dsp:txXfrm>
        <a:off x="0" y="1103724"/>
        <a:ext cx="10515600" cy="595350"/>
      </dsp:txXfrm>
    </dsp:sp>
    <dsp:sp modelId="{09D609AC-1F19-4132-8651-AF2CD2628268}">
      <dsp:nvSpPr>
        <dsp:cNvPr id="0" name=""/>
        <dsp:cNvSpPr/>
      </dsp:nvSpPr>
      <dsp:spPr>
        <a:xfrm>
          <a:off x="525780" y="897084"/>
          <a:ext cx="736092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MortalityRateAttributedToWater</a:t>
          </a:r>
          <a:endParaRPr lang="en-US" sz="1400" kern="1200"/>
        </a:p>
      </dsp:txBody>
      <dsp:txXfrm>
        <a:off x="545955" y="917259"/>
        <a:ext cx="7320570" cy="372930"/>
      </dsp:txXfrm>
    </dsp:sp>
    <dsp:sp modelId="{727AB207-5C17-4D90-9B72-B6D7B0B39AB0}">
      <dsp:nvSpPr>
        <dsp:cNvPr id="0" name=""/>
        <dsp:cNvSpPr/>
      </dsp:nvSpPr>
      <dsp:spPr>
        <a:xfrm>
          <a:off x="0" y="1981314"/>
          <a:ext cx="1051560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highlight>
                <a:srgbClr val="FFFF00"/>
              </a:highlight>
            </a:rPr>
            <a:t>Country, </a:t>
          </a:r>
          <a:r>
            <a:rPr lang="fr-FR" sz="1400" kern="1200" dirty="0" err="1">
              <a:highlight>
                <a:srgbClr val="FFFF00"/>
              </a:highlight>
            </a:rPr>
            <a:t>Year</a:t>
          </a:r>
          <a:r>
            <a:rPr lang="fr-FR" sz="1400" kern="1200" dirty="0">
              <a:highlight>
                <a:srgbClr val="FFFF00"/>
              </a:highlight>
            </a:rPr>
            <a:t>, </a:t>
          </a:r>
          <a:r>
            <a:rPr lang="fr-FR" sz="1400" kern="1200" dirty="0" err="1">
              <a:highlight>
                <a:srgbClr val="FFFF00"/>
              </a:highlight>
            </a:rPr>
            <a:t>Granularity</a:t>
          </a:r>
          <a:r>
            <a:rPr lang="fr-FR" sz="1400" kern="1200" dirty="0"/>
            <a:t>, </a:t>
          </a:r>
          <a:r>
            <a:rPr lang="fr-FR" sz="1400" kern="1200" dirty="0" err="1"/>
            <a:t>Political</a:t>
          </a:r>
          <a:r>
            <a:rPr lang="fr-FR" sz="1400" kern="1200" dirty="0"/>
            <a:t> </a:t>
          </a:r>
          <a:r>
            <a:rPr lang="fr-FR" sz="1400" kern="1200" dirty="0" err="1"/>
            <a:t>stability</a:t>
          </a:r>
          <a:endParaRPr lang="en-US" sz="1400" kern="1200" dirty="0"/>
        </a:p>
      </dsp:txBody>
      <dsp:txXfrm>
        <a:off x="0" y="1981314"/>
        <a:ext cx="10515600" cy="595350"/>
      </dsp:txXfrm>
    </dsp:sp>
    <dsp:sp modelId="{61338A36-3147-4351-880A-2C4BBAC00AFF}">
      <dsp:nvSpPr>
        <dsp:cNvPr id="0" name=""/>
        <dsp:cNvSpPr/>
      </dsp:nvSpPr>
      <dsp:spPr>
        <a:xfrm>
          <a:off x="525780" y="1774674"/>
          <a:ext cx="736092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PoliticalStability</a:t>
          </a:r>
          <a:endParaRPr lang="en-US" sz="1400" kern="1200"/>
        </a:p>
      </dsp:txBody>
      <dsp:txXfrm>
        <a:off x="545955" y="1794849"/>
        <a:ext cx="7320570" cy="372930"/>
      </dsp:txXfrm>
    </dsp:sp>
    <dsp:sp modelId="{66739B48-3963-499F-9700-9177D0364739}">
      <dsp:nvSpPr>
        <dsp:cNvPr id="0" name=""/>
        <dsp:cNvSpPr/>
      </dsp:nvSpPr>
      <dsp:spPr>
        <a:xfrm>
          <a:off x="0" y="2858904"/>
          <a:ext cx="1051560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highlight>
                <a:srgbClr val="FFFF00"/>
              </a:highlight>
            </a:rPr>
            <a:t>Country, </a:t>
          </a:r>
          <a:r>
            <a:rPr lang="fr-FR" sz="1400" kern="1200" dirty="0" err="1">
              <a:highlight>
                <a:srgbClr val="FFFF00"/>
              </a:highlight>
            </a:rPr>
            <a:t>Year</a:t>
          </a:r>
          <a:r>
            <a:rPr lang="fr-FR" sz="1400" kern="1200" dirty="0">
              <a:highlight>
                <a:srgbClr val="FFFF00"/>
              </a:highlight>
            </a:rPr>
            <a:t>, </a:t>
          </a:r>
          <a:r>
            <a:rPr lang="fr-FR" sz="1400" kern="1200" dirty="0" err="1">
              <a:highlight>
                <a:srgbClr val="FFFF00"/>
              </a:highlight>
            </a:rPr>
            <a:t>Granularity</a:t>
          </a:r>
          <a:r>
            <a:rPr lang="fr-FR" sz="1400" kern="1200" dirty="0"/>
            <a:t>, Population</a:t>
          </a:r>
          <a:endParaRPr lang="en-US" sz="1400" kern="1200" dirty="0"/>
        </a:p>
      </dsp:txBody>
      <dsp:txXfrm>
        <a:off x="0" y="2858904"/>
        <a:ext cx="10515600" cy="595350"/>
      </dsp:txXfrm>
    </dsp:sp>
    <dsp:sp modelId="{41C16589-DE6F-43FC-AA52-5561C42A971C}">
      <dsp:nvSpPr>
        <dsp:cNvPr id="0" name=""/>
        <dsp:cNvSpPr/>
      </dsp:nvSpPr>
      <dsp:spPr>
        <a:xfrm>
          <a:off x="525780" y="2652264"/>
          <a:ext cx="736092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Population</a:t>
          </a:r>
          <a:endParaRPr lang="en-US" sz="1400" kern="1200"/>
        </a:p>
      </dsp:txBody>
      <dsp:txXfrm>
        <a:off x="545955" y="2672439"/>
        <a:ext cx="7320570" cy="372930"/>
      </dsp:txXfrm>
    </dsp:sp>
    <dsp:sp modelId="{062E31D1-E7DB-44BD-92B9-E99D1E62B7BC}">
      <dsp:nvSpPr>
        <dsp:cNvPr id="0" name=""/>
        <dsp:cNvSpPr/>
      </dsp:nvSpPr>
      <dsp:spPr>
        <a:xfrm>
          <a:off x="0" y="3736494"/>
          <a:ext cx="10515600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highlight>
                <a:srgbClr val="FFFF00"/>
              </a:highlight>
            </a:rPr>
            <a:t>Country</a:t>
          </a:r>
          <a:r>
            <a:rPr lang="fr-FR" sz="1400" kern="1200" dirty="0"/>
            <a:t>, </a:t>
          </a:r>
          <a:r>
            <a:rPr lang="fr-FR" sz="1400" kern="1200" dirty="0" err="1"/>
            <a:t>Region</a:t>
          </a:r>
          <a:endParaRPr lang="en-US" sz="1400" kern="1200" dirty="0"/>
        </a:p>
      </dsp:txBody>
      <dsp:txXfrm>
        <a:off x="0" y="3736494"/>
        <a:ext cx="10515600" cy="595350"/>
      </dsp:txXfrm>
    </dsp:sp>
    <dsp:sp modelId="{428241CD-CBD1-4342-9974-07C50A71B1C5}">
      <dsp:nvSpPr>
        <dsp:cNvPr id="0" name=""/>
        <dsp:cNvSpPr/>
      </dsp:nvSpPr>
      <dsp:spPr>
        <a:xfrm>
          <a:off x="525780" y="3529854"/>
          <a:ext cx="736092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RegionCountry</a:t>
          </a:r>
          <a:endParaRPr lang="en-US" sz="1400" kern="1200"/>
        </a:p>
      </dsp:txBody>
      <dsp:txXfrm>
        <a:off x="545955" y="3550029"/>
        <a:ext cx="7320570" cy="372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4E03D-B730-4FA8-B6F2-E0D6F87EA11A}">
      <dsp:nvSpPr>
        <dsp:cNvPr id="0" name=""/>
        <dsp:cNvSpPr/>
      </dsp:nvSpPr>
      <dsp:spPr>
        <a:xfrm>
          <a:off x="0" y="33422"/>
          <a:ext cx="1051560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Country, Year, Granularity vont servir à faire des jointures pour croiser les données</a:t>
          </a:r>
          <a:endParaRPr lang="en-US" sz="3200" kern="1200"/>
        </a:p>
      </dsp:txBody>
      <dsp:txXfrm>
        <a:off x="62141" y="95563"/>
        <a:ext cx="10391318" cy="1148678"/>
      </dsp:txXfrm>
    </dsp:sp>
    <dsp:sp modelId="{5D64B090-696E-46F4-A577-8768733A894B}">
      <dsp:nvSpPr>
        <dsp:cNvPr id="0" name=""/>
        <dsp:cNvSpPr/>
      </dsp:nvSpPr>
      <dsp:spPr>
        <a:xfrm>
          <a:off x="0" y="1398542"/>
          <a:ext cx="1051560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Ces colonnes changent selon les fichiers et il peut manquer des données</a:t>
          </a:r>
          <a:endParaRPr lang="en-US" sz="3200" kern="1200" dirty="0"/>
        </a:p>
      </dsp:txBody>
      <dsp:txXfrm>
        <a:off x="62141" y="1460683"/>
        <a:ext cx="10391318" cy="1148678"/>
      </dsp:txXfrm>
    </dsp:sp>
    <dsp:sp modelId="{2561B864-8C56-44B5-8955-0650BA4AE8AD}">
      <dsp:nvSpPr>
        <dsp:cNvPr id="0" name=""/>
        <dsp:cNvSpPr/>
      </dsp:nvSpPr>
      <dsp:spPr>
        <a:xfrm>
          <a:off x="0" y="2671502"/>
          <a:ext cx="10515600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500" kern="1200" dirty="0"/>
            <a:t>Pas les mêmes pays dans chaque fichier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500" kern="1200" dirty="0"/>
            <a:t>Certains fichiers n’ont qu’une année, d’autres un trou sur l’année 2001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500" kern="1200" dirty="0" err="1"/>
            <a:t>Granularity</a:t>
          </a:r>
          <a:r>
            <a:rPr lang="fr-FR" sz="2500" kern="1200" dirty="0"/>
            <a:t> n’est pas la même partout : Rural / Urban / </a:t>
          </a:r>
          <a:r>
            <a:rPr lang="fr-FR" sz="2500" kern="1200" dirty="0" err="1"/>
            <a:t>Female</a:t>
          </a:r>
          <a:r>
            <a:rPr lang="fr-FR" sz="2500" kern="1200" dirty="0"/>
            <a:t> / Male / Total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dirty="0" err="1"/>
            <a:t>Certains</a:t>
          </a:r>
          <a:r>
            <a:rPr lang="en-US" sz="2500" kern="1200" dirty="0"/>
            <a:t> Pays ne </a:t>
          </a:r>
          <a:r>
            <a:rPr lang="en-US" sz="2500" kern="1200" dirty="0" err="1"/>
            <a:t>sont</a:t>
          </a:r>
          <a:r>
            <a:rPr lang="en-US" sz="2500" kern="1200" dirty="0"/>
            <a:t> pas dans le </a:t>
          </a:r>
          <a:r>
            <a:rPr lang="en-US" sz="2500" kern="1200" dirty="0" err="1"/>
            <a:t>fichier</a:t>
          </a:r>
          <a:r>
            <a:rPr lang="en-US" sz="2500" kern="1200" dirty="0"/>
            <a:t> </a:t>
          </a:r>
          <a:r>
            <a:rPr lang="en-US" sz="2500" kern="1200" dirty="0" err="1"/>
            <a:t>RegionCountry</a:t>
          </a:r>
          <a:endParaRPr lang="en-US" sz="2500" kern="1200" dirty="0"/>
        </a:p>
      </dsp:txBody>
      <dsp:txXfrm>
        <a:off x="0" y="2671502"/>
        <a:ext cx="10515600" cy="2086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F5937-2528-F5A6-C1D0-B5F1A8D9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476FF8-332B-BBFB-3175-592607435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B7B1CF-0C57-198F-0990-8460C124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10266-EFD9-7945-1607-08A98C5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3CA4D0-9808-17B7-9866-FFDB0E37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51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F1154C-A6D0-2B9C-9B29-06B9D7EE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F2E7DC-2FD0-3BED-05CC-841FC6159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708E12-2AE9-8BEF-AD59-029523E4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42FA65-02C5-2BAE-044E-FCB9FEA1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B49C59-908A-AEBB-05C8-28AB6C8D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8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17B575-7C09-6907-1C71-D4980738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DCB87E-6CA5-3EA7-F6F1-4C9699880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0F76D5-23B5-0462-30FD-EF3B8AE6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9D29C3-3496-6187-59F7-2A00A079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1ACEB6-4D4E-330C-AD0E-17E64912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74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5ACF1-7AC6-6150-2573-82F1AD46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A9EA25-6A89-EFA8-8E4F-1E234585E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502553-1B2F-2043-1A91-FBB9E4CFB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5AE8E9-BE72-B2FF-B906-38519CB9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373237-3600-CF3F-982F-4B1DEF84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CA9455-47FA-0D33-3F6B-A6330CA6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19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33F30-B9FB-6363-990D-D2F39A15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9C9C58-E20F-00D5-BDB6-B9C603DBB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AC59C8-02A2-0FA1-BDF9-FBA327D98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65B4BE-34CE-04C5-A37D-3264441E9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4500BD-3BAC-658E-068D-A9C77C673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A621E85-5FC3-FDCA-225C-A5262209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147D58-D0D8-DB03-DAFC-B45C910E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7EF30F-1DBD-E855-033E-1336D817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999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01565-18F3-4736-4B7F-6A6C143F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00B02C-BF1D-7F7E-CE84-0173919B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500593-3C4D-D8EE-DBD3-25F68BE9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9FCC2C-836B-E46D-A4B9-893A7CC8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33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A7525C-05A9-8EE9-0F3F-156A3017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FEF8776-4B96-3284-5E19-9B49C707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E4E739-BA98-0BBD-8D9C-E7BACBF6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40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28C67C-D11F-617B-0EEF-48D9433A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9D0F7-A838-6D84-92EF-2F0CA19A6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2AC993-1915-317B-8568-28BC675CE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9CD4F4-F1C5-6F11-714C-9CA64844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3D6D27-08A8-A67B-5290-B16D944F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9D24A0-D965-8B31-08C7-413E9AC2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79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7A781-9A9D-2427-8BC2-537085B8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3D2F04-6167-6A1F-18BC-33E743931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633B97-9BE3-E92C-8030-F20F6D243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CBF9A0-F992-4F3F-3117-9A65547A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9A89C4-961C-9DFB-8BC0-B5035072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1BCF94-7F3E-0936-E163-78E2C3E0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04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C9B3F-7A1B-7AA4-80A6-0FEC59FF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381356-1142-BE64-D0B9-8B454C514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B310C8-47FA-BE24-BA91-EBA0AABB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43D154-454C-36C6-5113-34E7BF78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2E4190-485E-CF9C-9CB9-4B4C786A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89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1DA34E-4D57-0AA7-E36B-25C167AAA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E8F52D-6492-A624-6961-0B17D2DAB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BC30AF-19ED-7D01-66BB-8186A068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40DFD5-8194-CFE9-4384-C4459AE7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105923-33A7-4CE2-F198-A6BFB47F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48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8C9A709-3015-6B52-381C-BDDCAEA6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E6F1C8-2BEA-54BD-BBA9-A87F12A72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3987C2-D512-2CDF-1073-C4464E39E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8B6BE-9B06-4C2E-BE63-9708DE5354B3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8AED53-C7C7-993A-848A-BA145DBD0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85798B-3934-2AFD-DB49-057FF4657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9C17C-8CA4-4865-82B9-E6CA6F7FA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1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4E45CD-ECED-611B-A6AA-6DA1BF942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>
                <a:solidFill>
                  <a:srgbClr val="FFFFFF"/>
                </a:solidFill>
              </a:rPr>
              <a:t>Projet 10 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68A59F-22D4-A20F-7593-58B4C0DD1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Etude sur l’eau potable</a:t>
            </a:r>
          </a:p>
        </p:txBody>
      </p:sp>
    </p:spTree>
    <p:extLst>
      <p:ext uri="{BB962C8B-B14F-4D97-AF65-F5344CB8AC3E}">
        <p14:creationId xmlns:p14="http://schemas.microsoft.com/office/powerpoint/2010/main" val="220170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CB0EF-296A-D261-E9ED-E2E3DB14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A3FC08D-06E2-5031-B9CE-3B9A266B64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550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57D607-3EF5-9025-71C8-A820A863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Contexte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21EEBC6-D199-9278-D755-EA2356B38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2158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935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D837CD-7DEA-0518-B83B-99F35C83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r-FR" sz="4000"/>
              <a:t>Blue print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36B902-47E6-766D-9F7F-D7A0D181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fr-FR" sz="2000"/>
              <a:t>Besoins utilisateurs :</a:t>
            </a:r>
          </a:p>
          <a:p>
            <a:pPr lvl="1"/>
            <a:r>
              <a:rPr lang="fr-FR" sz="2000"/>
              <a:t>Description brève du besoin</a:t>
            </a:r>
          </a:p>
          <a:p>
            <a:r>
              <a:rPr lang="fr-FR" sz="2000"/>
              <a:t>Mesures :</a:t>
            </a:r>
          </a:p>
          <a:p>
            <a:pPr lvl="1"/>
            <a:r>
              <a:rPr lang="fr-FR" sz="2000"/>
              <a:t>Liste des paramètres nécessaires</a:t>
            </a:r>
          </a:p>
          <a:p>
            <a:r>
              <a:rPr lang="fr-FR" sz="2000"/>
              <a:t>Visualisations :</a:t>
            </a:r>
          </a:p>
          <a:p>
            <a:pPr lvl="1"/>
            <a:r>
              <a:rPr lang="fr-FR" sz="2000"/>
              <a:t>Type de graphique utilisé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88EACB-3637-8091-CA8A-48CB22C0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371966"/>
            <a:ext cx="4170530" cy="414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62428-7133-4B8F-C3FA-D0FA1F23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5 fichiers csv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6274AB3-D826-C355-A878-0B2884EF8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7388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217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60D0F6-C557-1FA3-6E2E-276933A0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C373F59-5963-D3BB-5409-2ADFFD6D4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166332"/>
              </p:ext>
            </p:extLst>
          </p:nvPr>
        </p:nvGraphicFramePr>
        <p:xfrm>
          <a:off x="838200" y="1825624"/>
          <a:ext cx="10515600" cy="4791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760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65661-9919-240D-F2B3-A9A0D7F9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93812D8-FA73-F216-1849-5FB21A958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9DCB08-D738-800F-8EED-837A134C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7" y="-820090"/>
            <a:ext cx="5929422" cy="1640180"/>
          </a:xfrm>
        </p:spPr>
        <p:txBody>
          <a:bodyPr anchor="b">
            <a:normAutofit/>
          </a:bodyPr>
          <a:lstStyle/>
          <a:p>
            <a:r>
              <a:rPr lang="fr-FR" sz="4000" dirty="0"/>
              <a:t>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DB1E8F-AF01-DDFE-42BE-839EB9A1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945210"/>
            <a:ext cx="5929422" cy="3519780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Etape 1 : importation des fichiers csv et modification des types texte en nombre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Etape 2 : création d’une clé unique à partir de Country, </a:t>
            </a:r>
            <a:r>
              <a:rPr lang="fr-FR" dirty="0" err="1"/>
              <a:t>Year</a:t>
            </a:r>
            <a:r>
              <a:rPr lang="fr-FR" dirty="0"/>
              <a:t> et </a:t>
            </a:r>
            <a:r>
              <a:rPr lang="fr-FR" dirty="0" err="1"/>
              <a:t>Granularity</a:t>
            </a:r>
            <a:r>
              <a:rPr lang="fr-FR" dirty="0"/>
              <a:t> pour les jointures</a:t>
            </a:r>
          </a:p>
          <a:p>
            <a:pPr lvl="2"/>
            <a:r>
              <a:rPr lang="fr-FR" dirty="0"/>
              <a:t>Formule : [Country]&amp;"-"&amp;[</a:t>
            </a:r>
            <a:r>
              <a:rPr lang="fr-FR" dirty="0" err="1"/>
              <a:t>Year</a:t>
            </a:r>
            <a:r>
              <a:rPr lang="fr-FR" dirty="0"/>
              <a:t>]&amp;"-"&amp;[</a:t>
            </a:r>
            <a:r>
              <a:rPr lang="fr-FR" dirty="0" err="1"/>
              <a:t>Granularity</a:t>
            </a:r>
            <a:r>
              <a:rPr lang="fr-FR" dirty="0"/>
              <a:t>]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r>
              <a:rPr lang="fr-FR" dirty="0"/>
              <a:t>Etape 3 : modèle de données</a:t>
            </a:r>
          </a:p>
          <a:p>
            <a:pPr lvl="2"/>
            <a:r>
              <a:rPr lang="fr-FR" dirty="0"/>
              <a:t>En étoile centré sur population car on fera souvent le lien directement avec population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9E7697-C7DE-8450-7108-3081FD01A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3A08E1-46E8-3AB6-A595-33FB4AA94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18DC80-A613-271E-99AA-8E6D79977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41" y="1365574"/>
            <a:ext cx="3476625" cy="6572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9997791-779B-F443-0BEF-6ADE7B60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69" y="1365574"/>
            <a:ext cx="3486150" cy="72390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D8268323-8BA7-6F0D-95D2-82FF907C520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776266" y="1694186"/>
            <a:ext cx="7049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E5F1C5EE-8150-D84A-FEC2-AAAB0AF31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408" y="2412278"/>
            <a:ext cx="2367462" cy="113226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F2B5868-1633-A500-C867-9BE1D4B21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146" y="4219977"/>
            <a:ext cx="4856347" cy="24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5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831ECC-0120-E540-3404-04D4B6E5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fr-FR" sz="4000"/>
              <a:t>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F90C6-1C7A-0FFE-B548-14050EA7F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fr-FR" sz="1600"/>
              <a:t>Etape 4 : création d’un fichier PaysManquants au même format de RegionCountry puis ajout avec la formule :</a:t>
            </a:r>
          </a:p>
          <a:p>
            <a:pPr lvl="2"/>
            <a:r>
              <a:rPr lang="fr-FR" sz="1600"/>
              <a:t>= Table.Combine({#"Type modifié1", PaysManquants})</a:t>
            </a:r>
          </a:p>
          <a:p>
            <a:pPr lvl="2"/>
            <a:endParaRPr lang="fr-FR" sz="1600"/>
          </a:p>
          <a:p>
            <a:endParaRPr lang="fr-FR" sz="1600"/>
          </a:p>
          <a:p>
            <a:endParaRPr lang="fr-FR" sz="1600"/>
          </a:p>
          <a:p>
            <a:r>
              <a:rPr lang="fr-FR" sz="1600"/>
              <a:t>Etape 5 : création d’une table avec les données manquantes dans Population pour permettre les jointures partout avec la clé</a:t>
            </a:r>
          </a:p>
          <a:p>
            <a:pPr lvl="2"/>
            <a:r>
              <a:rPr lang="fr-FR" sz="1600"/>
              <a:t>On prend toutes les Key de tous les fichiers puis suppression des doublons et jointure, ça mets des valeurs null sur les colonnes non renseignées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B2BA97-5431-2511-C1A1-CA455199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068" y="1812213"/>
            <a:ext cx="3765176" cy="237149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289967-9577-01AB-CFD1-D72A3828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fr-FR" sz="4000"/>
              <a:t>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73530-2F09-E106-4E32-137F9A08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fr-FR" sz="2000"/>
              <a:t>Etape 6 : ajout d’une table pour le mapping géographique car les continents n’étaient pas reconnus</a:t>
            </a:r>
          </a:p>
          <a:p>
            <a:endParaRPr lang="fr-FR" sz="2000"/>
          </a:p>
          <a:p>
            <a:endParaRPr lang="fr-FR" sz="2000"/>
          </a:p>
          <a:p>
            <a:r>
              <a:rPr lang="fr-FR" sz="2000"/>
              <a:t>Etape 7 : création d’une table année permettant de filtrer sur tous les fichiers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DFCFBD-63D9-167B-6B87-BA13F53B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631" y="4481027"/>
            <a:ext cx="7082620" cy="12571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007618B-0339-5F74-9E4E-C57E6E3FF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697" y="2073459"/>
            <a:ext cx="3712869" cy="11740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11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F6B5E94-A708-CDDB-351E-DBC4036F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fr-FR" sz="4000"/>
              <a:t>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A535A8-162F-F1EB-23F6-2AB15EAE2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fr-FR" sz="2000"/>
              <a:t>Etape 8 : création d’une liste de domaines d’expertise pour filtrer</a:t>
            </a:r>
          </a:p>
          <a:p>
            <a:endParaRPr lang="fr-FR" sz="2000"/>
          </a:p>
          <a:p>
            <a:endParaRPr lang="fr-FR" sz="2000"/>
          </a:p>
          <a:p>
            <a:endParaRPr lang="fr-FR" sz="2000"/>
          </a:p>
          <a:p>
            <a:r>
              <a:rPr lang="fr-FR" sz="2000"/>
              <a:t>Etape 9 : calculs de certaines colonnes dont on aura besoin :</a:t>
            </a:r>
          </a:p>
          <a:p>
            <a:pPr lvl="2"/>
            <a:r>
              <a:rPr lang="fr-FR" dirty="0"/>
              <a:t>Taux d’accès à l’eau potable : on divise par 100 pour avoir un vrai pourcentage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0C8203D-BB19-A6EF-4E76-4C028630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96" y="4493096"/>
            <a:ext cx="5497004" cy="94823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38ED136-8A1D-AE40-DDA6-173356AA0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14" y="1641563"/>
            <a:ext cx="3712869" cy="14076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D4064A-3859-52FB-6933-A6CBF2A9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: suite </a:t>
            </a:r>
            <a:r>
              <a:rPr lang="fr-FR" dirty="0" err="1"/>
              <a:t>etape</a:t>
            </a:r>
            <a:r>
              <a:rPr lang="fr-FR" dirty="0"/>
              <a:t>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923DD-BD7D-5864-C402-41ABC14DF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fr-FR" dirty="0"/>
              <a:t>Même fonctionnement pour taux d’accès aux infrastructures de qualité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r>
              <a:rPr lang="fr-FR" dirty="0"/>
              <a:t>Taux de mortalité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r>
              <a:rPr lang="fr-FR" dirty="0"/>
              <a:t>Variable catégorielle pour la stabilité politique</a:t>
            </a:r>
          </a:p>
          <a:p>
            <a:pPr lvl="2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EF9CDE-42C9-50DF-41A5-366B5836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02" y="2118909"/>
            <a:ext cx="7811590" cy="1381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F1C2567-6E02-0753-B930-B6D5A90F8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902" y="3813119"/>
            <a:ext cx="7059010" cy="12288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B71A476-DA99-052C-E52D-1CBB0B75C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902" y="5481541"/>
            <a:ext cx="727811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8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CC175-FDCE-276E-A996-E0487AC0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: suite </a:t>
            </a:r>
            <a:r>
              <a:rPr lang="fr-FR" dirty="0" err="1"/>
              <a:t>etape</a:t>
            </a:r>
            <a:r>
              <a:rPr lang="fr-FR" dirty="0"/>
              <a:t>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18BF4D-7929-FA14-587F-1396DEEC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fr-FR" dirty="0"/>
              <a:t>Taux de population urbaine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r>
              <a:rPr lang="fr-FR" dirty="0"/>
              <a:t>Indice de qualité de la politique d’accès à l’eau : entre 0 et 1, 1 étant le meilleur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Variable catégorielle sur l’indice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87F419-F94B-936B-1FFB-F4D5963E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517" y="2115081"/>
            <a:ext cx="2743583" cy="18862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18AC6A0-A66E-921D-831A-EE26EB5AD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17" y="4539212"/>
            <a:ext cx="4667901" cy="3715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593C813-BF56-261A-1CB0-C5A2ECE95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517" y="5198037"/>
            <a:ext cx="6327251" cy="161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6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C1E725-111B-B195-1F5B-E397733C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Visualisations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2B8F24-7A56-485F-A27B-072841D7B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3 vues : mondiale, continentale, nationale</a:t>
            </a:r>
          </a:p>
          <a:p>
            <a:pPr lvl="2"/>
            <a:r>
              <a:rPr lang="fr-FR" dirty="0"/>
              <a:t>La vue actuelle est indiquée par un fond bleu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r>
              <a:rPr lang="fr-FR" dirty="0"/>
              <a:t>Possibilité de filtrer sur : Année, Continent, Pays, Stabilité politique, Domaine d’expertise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4B8C8F-829F-B48C-9804-21F49C1C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11" y="2685071"/>
            <a:ext cx="5191850" cy="8192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84CAA8-1D5B-6D07-C357-89C0440B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0181"/>
            <a:ext cx="12192000" cy="11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3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94555-DF8E-25FB-0518-D5838607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6484"/>
            <a:ext cx="10515600" cy="1325563"/>
          </a:xfrm>
        </p:spPr>
        <p:txBody>
          <a:bodyPr/>
          <a:lstStyle/>
          <a:p>
            <a:r>
              <a:rPr lang="fr-FR" dirty="0"/>
              <a:t>Visualisations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D83990-588D-D063-DBA3-5FD8B9DEE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894"/>
            <a:ext cx="12192000" cy="18071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D22EF2-E929-ECED-AAEA-55C0593D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9123"/>
            <a:ext cx="12192000" cy="3278877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635FD8-7929-B5FA-76D1-36DF9B43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403"/>
            <a:ext cx="10515600" cy="4351338"/>
          </a:xfrm>
        </p:spPr>
        <p:txBody>
          <a:bodyPr/>
          <a:lstStyle/>
          <a:p>
            <a:r>
              <a:rPr lang="fr-FR" dirty="0"/>
              <a:t>Barre des KPI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r>
              <a:rPr lang="fr-FR" dirty="0"/>
              <a:t>Graphiques : ils changent selon la vue ou le domaine d’expertise</a:t>
            </a:r>
          </a:p>
        </p:txBody>
      </p:sp>
    </p:spTree>
    <p:extLst>
      <p:ext uri="{BB962C8B-B14F-4D97-AF65-F5344CB8AC3E}">
        <p14:creationId xmlns:p14="http://schemas.microsoft.com/office/powerpoint/2010/main" val="371775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B2BDA8-97EA-CC3F-4143-B29AE835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Rendu final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1EE7CC0-F5AB-1E27-2C88-B8C701FC1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14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544</Words>
  <Application>Microsoft Office PowerPoint</Application>
  <PresentationFormat>Grand écran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Projet 10 :</vt:lpstr>
      <vt:lpstr>Sommaire</vt:lpstr>
      <vt:lpstr>Contexte</vt:lpstr>
      <vt:lpstr>Blue print</vt:lpstr>
      <vt:lpstr>Données : 5 fichiers csv</vt:lpstr>
      <vt:lpstr>Données</vt:lpstr>
      <vt:lpstr>Traitement</vt:lpstr>
      <vt:lpstr>Traitement</vt:lpstr>
      <vt:lpstr>Traitement</vt:lpstr>
      <vt:lpstr>Traitement</vt:lpstr>
      <vt:lpstr>Traitement : suite etape 9</vt:lpstr>
      <vt:lpstr>Traitement : suite etape 9</vt:lpstr>
      <vt:lpstr>Visualisations</vt:lpstr>
      <vt:lpstr>Visualisations</vt:lpstr>
      <vt:lpstr>Rendu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Alvarez</dc:creator>
  <cp:lastModifiedBy>arthur Alvarez</cp:lastModifiedBy>
  <cp:revision>2</cp:revision>
  <dcterms:created xsi:type="dcterms:W3CDTF">2025-10-10T15:26:38Z</dcterms:created>
  <dcterms:modified xsi:type="dcterms:W3CDTF">2025-10-19T08:45:58Z</dcterms:modified>
</cp:coreProperties>
</file>